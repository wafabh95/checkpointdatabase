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C39ECF-5643-4FE1-A8F6-7BFD01FA8355}" v="18" dt="2021-03-24T15:07:44.589"/>
    <p1510:client id="{EAF80D8C-B766-42A5-AB17-B46DDF98C7B9}" v="410" dt="2021-03-24T15:04:42.2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4" autoAdjust="0"/>
    <p:restoredTop sz="94660"/>
  </p:normalViewPr>
  <p:slideViewPr>
    <p:cSldViewPr snapToGrid="0">
      <p:cViewPr varScale="1">
        <p:scale>
          <a:sx n="71" d="100"/>
          <a:sy n="71" d="100"/>
        </p:scale>
        <p:origin x="6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fa ben hamouda" userId="8de2a73933003a75" providerId="Windows Live" clId="Web-{57C39ECF-5643-4FE1-A8F6-7BFD01FA8355}"/>
    <pc:docChg chg="modSld">
      <pc:chgData name="wafa ben hamouda" userId="8de2a73933003a75" providerId="Windows Live" clId="Web-{57C39ECF-5643-4FE1-A8F6-7BFD01FA8355}" dt="2021-03-24T15:07:17.964" v="7"/>
      <pc:docMkLst>
        <pc:docMk/>
      </pc:docMkLst>
      <pc:sldChg chg="delSp modSp">
        <pc:chgData name="wafa ben hamouda" userId="8de2a73933003a75" providerId="Windows Live" clId="Web-{57C39ECF-5643-4FE1-A8F6-7BFD01FA8355}" dt="2021-03-24T15:07:17.964" v="7"/>
        <pc:sldMkLst>
          <pc:docMk/>
          <pc:sldMk cId="690163300" sldId="256"/>
        </pc:sldMkLst>
        <pc:spChg chg="mod">
          <ac:chgData name="wafa ben hamouda" userId="8de2a73933003a75" providerId="Windows Live" clId="Web-{57C39ECF-5643-4FE1-A8F6-7BFD01FA8355}" dt="2021-03-24T15:07:17.370" v="6" actId="20577"/>
          <ac:spMkLst>
            <pc:docMk/>
            <pc:sldMk cId="690163300" sldId="256"/>
            <ac:spMk id="2" creationId="{00000000-0000-0000-0000-000000000000}"/>
          </ac:spMkLst>
        </pc:spChg>
        <pc:spChg chg="del">
          <ac:chgData name="wafa ben hamouda" userId="8de2a73933003a75" providerId="Windows Live" clId="Web-{57C39ECF-5643-4FE1-A8F6-7BFD01FA8355}" dt="2021-03-24T15:07:17.964" v="7"/>
          <ac:spMkLst>
            <pc:docMk/>
            <pc:sldMk cId="690163300" sldId="256"/>
            <ac:spMk id="3" creationId="{00000000-0000-0000-0000-000000000000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2B3D1D-C35B-42E5-BC3D-A05D8D7DDFEC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D76A176-8631-4FA9-A178-080C5F421A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Data Security</a:t>
          </a:r>
          <a:endParaRPr lang="en-US"/>
        </a:p>
      </dgm:t>
    </dgm:pt>
    <dgm:pt modelId="{1D870050-CB8E-433D-A097-C722314E7598}" type="parTrans" cxnId="{969C60BF-2C7C-4AAC-89A7-0CB587CA6716}">
      <dgm:prSet/>
      <dgm:spPr/>
      <dgm:t>
        <a:bodyPr/>
        <a:lstStyle/>
        <a:p>
          <a:endParaRPr lang="en-US"/>
        </a:p>
      </dgm:t>
    </dgm:pt>
    <dgm:pt modelId="{801F5582-9281-4BB1-A59B-DF7D27E0EDDE}" type="sibTrans" cxnId="{969C60BF-2C7C-4AAC-89A7-0CB587CA6716}">
      <dgm:prSet/>
      <dgm:spPr/>
      <dgm:t>
        <a:bodyPr/>
        <a:lstStyle/>
        <a:p>
          <a:endParaRPr lang="en-US"/>
        </a:p>
      </dgm:t>
    </dgm:pt>
    <dgm:pt modelId="{92F1B762-436E-4DF5-AF8D-276889F163E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On-Demand Scalability</a:t>
          </a:r>
          <a:endParaRPr lang="en-US"/>
        </a:p>
      </dgm:t>
    </dgm:pt>
    <dgm:pt modelId="{8099596F-F4D1-4237-A202-C5DFA38701C2}" type="parTrans" cxnId="{F3E1C3A1-FF8F-4549-8BA7-A68C72D8626B}">
      <dgm:prSet/>
      <dgm:spPr/>
      <dgm:t>
        <a:bodyPr/>
        <a:lstStyle/>
        <a:p>
          <a:endParaRPr lang="en-US"/>
        </a:p>
      </dgm:t>
    </dgm:pt>
    <dgm:pt modelId="{B803F488-4FAD-4891-9BD7-19A8D2BA9706}" type="sibTrans" cxnId="{F3E1C3A1-FF8F-4549-8BA7-A68C72D8626B}">
      <dgm:prSet/>
      <dgm:spPr/>
      <dgm:t>
        <a:bodyPr/>
        <a:lstStyle/>
        <a:p>
          <a:endParaRPr lang="en-US"/>
        </a:p>
      </dgm:t>
    </dgm:pt>
    <dgm:pt modelId="{88903873-003E-4E50-945C-70B8BC8367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High Performance</a:t>
          </a:r>
          <a:endParaRPr lang="en-US"/>
        </a:p>
      </dgm:t>
    </dgm:pt>
    <dgm:pt modelId="{54513A9D-BD14-48F0-88C7-FCC452D8ABBE}" type="parTrans" cxnId="{113185B4-0A62-493A-B869-A2493B58A086}">
      <dgm:prSet/>
      <dgm:spPr/>
      <dgm:t>
        <a:bodyPr/>
        <a:lstStyle/>
        <a:p>
          <a:endParaRPr lang="en-US"/>
        </a:p>
      </dgm:t>
    </dgm:pt>
    <dgm:pt modelId="{DAB10CA8-254E-45A9-ACE9-B2E9DA561EBF}" type="sibTrans" cxnId="{113185B4-0A62-493A-B869-A2493B58A086}">
      <dgm:prSet/>
      <dgm:spPr/>
      <dgm:t>
        <a:bodyPr/>
        <a:lstStyle/>
        <a:p>
          <a:endParaRPr lang="en-US"/>
        </a:p>
      </dgm:t>
    </dgm:pt>
    <dgm:pt modelId="{0AC6702C-5CF0-4017-A21E-70F1DA9453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Round-The-Clock Uptime</a:t>
          </a:r>
          <a:endParaRPr lang="en-US"/>
        </a:p>
      </dgm:t>
    </dgm:pt>
    <dgm:pt modelId="{9D094F69-AF66-4D08-A9E9-7A764A5C9B65}" type="parTrans" cxnId="{C25A7D62-D8F9-48D1-A1B9-1150EA028048}">
      <dgm:prSet/>
      <dgm:spPr/>
      <dgm:t>
        <a:bodyPr/>
        <a:lstStyle/>
        <a:p>
          <a:endParaRPr lang="en-US"/>
        </a:p>
      </dgm:t>
    </dgm:pt>
    <dgm:pt modelId="{C4C5F7D4-152A-467E-9E51-8BA29FCF1D39}" type="sibTrans" cxnId="{C25A7D62-D8F9-48D1-A1B9-1150EA028048}">
      <dgm:prSet/>
      <dgm:spPr/>
      <dgm:t>
        <a:bodyPr/>
        <a:lstStyle/>
        <a:p>
          <a:endParaRPr lang="en-US"/>
        </a:p>
      </dgm:t>
    </dgm:pt>
    <dgm:pt modelId="{AACCE3A4-7F38-4949-950D-726525F777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Comprehensive Transactional Support</a:t>
          </a:r>
          <a:endParaRPr lang="en-US"/>
        </a:p>
      </dgm:t>
    </dgm:pt>
    <dgm:pt modelId="{66A17DF4-917F-45CC-A534-1DCD85686F73}" type="parTrans" cxnId="{B89B246F-75BE-4AD5-A391-68796E113A3A}">
      <dgm:prSet/>
      <dgm:spPr/>
      <dgm:t>
        <a:bodyPr/>
        <a:lstStyle/>
        <a:p>
          <a:endParaRPr lang="en-US"/>
        </a:p>
      </dgm:t>
    </dgm:pt>
    <dgm:pt modelId="{9E624C72-6A46-474C-A54D-2DD2AAE674EB}" type="sibTrans" cxnId="{B89B246F-75BE-4AD5-A391-68796E113A3A}">
      <dgm:prSet/>
      <dgm:spPr/>
      <dgm:t>
        <a:bodyPr/>
        <a:lstStyle/>
        <a:p>
          <a:endParaRPr lang="en-US"/>
        </a:p>
      </dgm:t>
    </dgm:pt>
    <dgm:pt modelId="{CC3D2283-BCAE-4835-AD9F-018437D724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Complete Workflow Control</a:t>
          </a:r>
          <a:endParaRPr lang="en-US"/>
        </a:p>
      </dgm:t>
    </dgm:pt>
    <dgm:pt modelId="{81AC4963-9181-4A95-98F1-7325CB8C770A}" type="parTrans" cxnId="{4B1B9B1B-7982-4829-B815-8B91FC45D0D2}">
      <dgm:prSet/>
      <dgm:spPr/>
      <dgm:t>
        <a:bodyPr/>
        <a:lstStyle/>
        <a:p>
          <a:endParaRPr lang="en-US"/>
        </a:p>
      </dgm:t>
    </dgm:pt>
    <dgm:pt modelId="{C4109C99-30A8-484E-8322-44AD5789A133}" type="sibTrans" cxnId="{4B1B9B1B-7982-4829-B815-8B91FC45D0D2}">
      <dgm:prSet/>
      <dgm:spPr/>
      <dgm:t>
        <a:bodyPr/>
        <a:lstStyle/>
        <a:p>
          <a:endParaRPr lang="en-US"/>
        </a:p>
      </dgm:t>
    </dgm:pt>
    <dgm:pt modelId="{70EE1F8E-13D2-48E3-98A1-B0F4F7FF753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Reduced Total Cost Of Ownership</a:t>
          </a:r>
          <a:endParaRPr lang="en-US"/>
        </a:p>
      </dgm:t>
    </dgm:pt>
    <dgm:pt modelId="{DC45127A-B7FD-4BEA-A6A8-23D010B7E56F}" type="parTrans" cxnId="{DE767ADE-A65A-427D-99CE-4FA570EF4D12}">
      <dgm:prSet/>
      <dgm:spPr/>
      <dgm:t>
        <a:bodyPr/>
        <a:lstStyle/>
        <a:p>
          <a:endParaRPr lang="en-US"/>
        </a:p>
      </dgm:t>
    </dgm:pt>
    <dgm:pt modelId="{F1A3D7CD-E73A-49AA-BFC3-EABAEAE022D3}" type="sibTrans" cxnId="{DE767ADE-A65A-427D-99CE-4FA570EF4D12}">
      <dgm:prSet/>
      <dgm:spPr/>
      <dgm:t>
        <a:bodyPr/>
        <a:lstStyle/>
        <a:p>
          <a:endParaRPr lang="en-US"/>
        </a:p>
      </dgm:t>
    </dgm:pt>
    <dgm:pt modelId="{A94A8861-D0A4-4116-AD7D-1257BCA82510}" type="pres">
      <dgm:prSet presAssocID="{C62B3D1D-C35B-42E5-BC3D-A05D8D7DDFEC}" presName="root" presStyleCnt="0">
        <dgm:presLayoutVars>
          <dgm:dir/>
          <dgm:resizeHandles val="exact"/>
        </dgm:presLayoutVars>
      </dgm:prSet>
      <dgm:spPr/>
    </dgm:pt>
    <dgm:pt modelId="{7E3FCF74-0EE9-4CC6-8B51-661F8F0E8F35}" type="pres">
      <dgm:prSet presAssocID="{CD76A176-8631-4FA9-A178-080C5F421A43}" presName="compNode" presStyleCnt="0"/>
      <dgm:spPr/>
    </dgm:pt>
    <dgm:pt modelId="{5B3FA47B-B177-4018-A707-D7D66C0F19E7}" type="pres">
      <dgm:prSet presAssocID="{CD76A176-8631-4FA9-A178-080C5F421A43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608A19EF-6CE3-4909-842F-7A5CBBF7DFB8}" type="pres">
      <dgm:prSet presAssocID="{CD76A176-8631-4FA9-A178-080C5F421A43}" presName="spaceRect" presStyleCnt="0"/>
      <dgm:spPr/>
    </dgm:pt>
    <dgm:pt modelId="{9DDD6993-0A89-4604-98EB-6D969761818E}" type="pres">
      <dgm:prSet presAssocID="{CD76A176-8631-4FA9-A178-080C5F421A43}" presName="textRect" presStyleLbl="revTx" presStyleIdx="0" presStyleCnt="7">
        <dgm:presLayoutVars>
          <dgm:chMax val="1"/>
          <dgm:chPref val="1"/>
        </dgm:presLayoutVars>
      </dgm:prSet>
      <dgm:spPr/>
    </dgm:pt>
    <dgm:pt modelId="{B5519B61-ACE1-4253-B876-34439CD6E4B9}" type="pres">
      <dgm:prSet presAssocID="{801F5582-9281-4BB1-A59B-DF7D27E0EDDE}" presName="sibTrans" presStyleCnt="0"/>
      <dgm:spPr/>
    </dgm:pt>
    <dgm:pt modelId="{59B9A22A-F9A6-4C2D-8EC1-EA1C70886C54}" type="pres">
      <dgm:prSet presAssocID="{92F1B762-436E-4DF5-AF8D-276889F163EE}" presName="compNode" presStyleCnt="0"/>
      <dgm:spPr/>
    </dgm:pt>
    <dgm:pt modelId="{CCB85027-9931-4BEC-B41B-C6E1DC7804F5}" type="pres">
      <dgm:prSet presAssocID="{92F1B762-436E-4DF5-AF8D-276889F163EE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ximize"/>
        </a:ext>
      </dgm:extLst>
    </dgm:pt>
    <dgm:pt modelId="{1BB038FB-5A38-4FD2-A2EE-4C9E8A4ABF2D}" type="pres">
      <dgm:prSet presAssocID="{92F1B762-436E-4DF5-AF8D-276889F163EE}" presName="spaceRect" presStyleCnt="0"/>
      <dgm:spPr/>
    </dgm:pt>
    <dgm:pt modelId="{BA6A6F02-8F16-4601-86F7-BAE8C4429CFD}" type="pres">
      <dgm:prSet presAssocID="{92F1B762-436E-4DF5-AF8D-276889F163EE}" presName="textRect" presStyleLbl="revTx" presStyleIdx="1" presStyleCnt="7">
        <dgm:presLayoutVars>
          <dgm:chMax val="1"/>
          <dgm:chPref val="1"/>
        </dgm:presLayoutVars>
      </dgm:prSet>
      <dgm:spPr/>
    </dgm:pt>
    <dgm:pt modelId="{C132EC21-FFFF-45F6-B231-1A9CA6861991}" type="pres">
      <dgm:prSet presAssocID="{B803F488-4FAD-4891-9BD7-19A8D2BA9706}" presName="sibTrans" presStyleCnt="0"/>
      <dgm:spPr/>
    </dgm:pt>
    <dgm:pt modelId="{2F7711D9-8B68-4DD4-BDA3-EDCF97AC43FC}" type="pres">
      <dgm:prSet presAssocID="{88903873-003E-4E50-945C-70B8BC8367B3}" presName="compNode" presStyleCnt="0"/>
      <dgm:spPr/>
    </dgm:pt>
    <dgm:pt modelId="{1C948AF1-7903-4A0A-A987-9CDC0E4E34B9}" type="pres">
      <dgm:prSet presAssocID="{88903873-003E-4E50-945C-70B8BC8367B3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F49DF38C-041D-4F80-AE3B-FCEEF1655B5C}" type="pres">
      <dgm:prSet presAssocID="{88903873-003E-4E50-945C-70B8BC8367B3}" presName="spaceRect" presStyleCnt="0"/>
      <dgm:spPr/>
    </dgm:pt>
    <dgm:pt modelId="{09810053-E484-4521-9FCC-D1DF87610312}" type="pres">
      <dgm:prSet presAssocID="{88903873-003E-4E50-945C-70B8BC8367B3}" presName="textRect" presStyleLbl="revTx" presStyleIdx="2" presStyleCnt="7">
        <dgm:presLayoutVars>
          <dgm:chMax val="1"/>
          <dgm:chPref val="1"/>
        </dgm:presLayoutVars>
      </dgm:prSet>
      <dgm:spPr/>
    </dgm:pt>
    <dgm:pt modelId="{E9E4DDAD-3896-4164-84BD-EFF0C95462C2}" type="pres">
      <dgm:prSet presAssocID="{DAB10CA8-254E-45A9-ACE9-B2E9DA561EBF}" presName="sibTrans" presStyleCnt="0"/>
      <dgm:spPr/>
    </dgm:pt>
    <dgm:pt modelId="{B5B83718-7A81-4FC7-BF77-F9F031719742}" type="pres">
      <dgm:prSet presAssocID="{0AC6702C-5CF0-4017-A21E-70F1DA945390}" presName="compNode" presStyleCnt="0"/>
      <dgm:spPr/>
    </dgm:pt>
    <dgm:pt modelId="{E4D04E8D-F998-4B1E-819A-CE70DB860D0C}" type="pres">
      <dgm:prSet presAssocID="{0AC6702C-5CF0-4017-A21E-70F1DA945390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08764D2D-0931-47ED-9BB8-FEE19B3715AA}" type="pres">
      <dgm:prSet presAssocID="{0AC6702C-5CF0-4017-A21E-70F1DA945390}" presName="spaceRect" presStyleCnt="0"/>
      <dgm:spPr/>
    </dgm:pt>
    <dgm:pt modelId="{7BC75F94-2FA8-4CA1-9AD6-DE083BD93346}" type="pres">
      <dgm:prSet presAssocID="{0AC6702C-5CF0-4017-A21E-70F1DA945390}" presName="textRect" presStyleLbl="revTx" presStyleIdx="3" presStyleCnt="7">
        <dgm:presLayoutVars>
          <dgm:chMax val="1"/>
          <dgm:chPref val="1"/>
        </dgm:presLayoutVars>
      </dgm:prSet>
      <dgm:spPr/>
    </dgm:pt>
    <dgm:pt modelId="{A81CAD2D-D971-4E86-BDF4-B2329AC2179F}" type="pres">
      <dgm:prSet presAssocID="{C4C5F7D4-152A-467E-9E51-8BA29FCF1D39}" presName="sibTrans" presStyleCnt="0"/>
      <dgm:spPr/>
    </dgm:pt>
    <dgm:pt modelId="{A799B795-090B-4691-B244-DD93704C8AEF}" type="pres">
      <dgm:prSet presAssocID="{AACCE3A4-7F38-4949-950D-726525F7776E}" presName="compNode" presStyleCnt="0"/>
      <dgm:spPr/>
    </dgm:pt>
    <dgm:pt modelId="{114117A1-5F3A-4988-895E-C3E27DA52A50}" type="pres">
      <dgm:prSet presAssocID="{AACCE3A4-7F38-4949-950D-726525F7776E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F93010DF-F72F-4B52-9B18-879EE6E34EF5}" type="pres">
      <dgm:prSet presAssocID="{AACCE3A4-7F38-4949-950D-726525F7776E}" presName="spaceRect" presStyleCnt="0"/>
      <dgm:spPr/>
    </dgm:pt>
    <dgm:pt modelId="{DB04DB9D-E53F-4BEE-BE2D-81D7BF1E98A5}" type="pres">
      <dgm:prSet presAssocID="{AACCE3A4-7F38-4949-950D-726525F7776E}" presName="textRect" presStyleLbl="revTx" presStyleIdx="4" presStyleCnt="7">
        <dgm:presLayoutVars>
          <dgm:chMax val="1"/>
          <dgm:chPref val="1"/>
        </dgm:presLayoutVars>
      </dgm:prSet>
      <dgm:spPr/>
    </dgm:pt>
    <dgm:pt modelId="{7DE8BD69-7E9D-48CC-9731-39437DF0D4A7}" type="pres">
      <dgm:prSet presAssocID="{9E624C72-6A46-474C-A54D-2DD2AAE674EB}" presName="sibTrans" presStyleCnt="0"/>
      <dgm:spPr/>
    </dgm:pt>
    <dgm:pt modelId="{6912D569-9141-467A-A1C9-C1F18815858D}" type="pres">
      <dgm:prSet presAssocID="{CC3D2283-BCAE-4835-AD9F-018437D7247E}" presName="compNode" presStyleCnt="0"/>
      <dgm:spPr/>
    </dgm:pt>
    <dgm:pt modelId="{2A821700-1379-48CB-AA5C-3F9957EE086A}" type="pres">
      <dgm:prSet presAssocID="{CC3D2283-BCAE-4835-AD9F-018437D7247E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9A4B80B8-F6A2-4814-9DAE-D2044CF706A8}" type="pres">
      <dgm:prSet presAssocID="{CC3D2283-BCAE-4835-AD9F-018437D7247E}" presName="spaceRect" presStyleCnt="0"/>
      <dgm:spPr/>
    </dgm:pt>
    <dgm:pt modelId="{FFFADC45-D818-4017-B1B9-58A7ABF0E122}" type="pres">
      <dgm:prSet presAssocID="{CC3D2283-BCAE-4835-AD9F-018437D7247E}" presName="textRect" presStyleLbl="revTx" presStyleIdx="5" presStyleCnt="7">
        <dgm:presLayoutVars>
          <dgm:chMax val="1"/>
          <dgm:chPref val="1"/>
        </dgm:presLayoutVars>
      </dgm:prSet>
      <dgm:spPr/>
    </dgm:pt>
    <dgm:pt modelId="{12F003BE-F3D0-4FC0-B9BE-FE4F31B89B8A}" type="pres">
      <dgm:prSet presAssocID="{C4109C99-30A8-484E-8322-44AD5789A133}" presName="sibTrans" presStyleCnt="0"/>
      <dgm:spPr/>
    </dgm:pt>
    <dgm:pt modelId="{4A3DC249-A24B-470B-A670-12A712B413F5}" type="pres">
      <dgm:prSet presAssocID="{70EE1F8E-13D2-48E3-98A1-B0F4F7FF753D}" presName="compNode" presStyleCnt="0"/>
      <dgm:spPr/>
    </dgm:pt>
    <dgm:pt modelId="{A051948C-1649-4FB8-8D40-A1A0CA35EF83}" type="pres">
      <dgm:prSet presAssocID="{70EE1F8E-13D2-48E3-98A1-B0F4F7FF753D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25837B7F-5E9E-4DC4-848B-4E57F4AD7595}" type="pres">
      <dgm:prSet presAssocID="{70EE1F8E-13D2-48E3-98A1-B0F4F7FF753D}" presName="spaceRect" presStyleCnt="0"/>
      <dgm:spPr/>
    </dgm:pt>
    <dgm:pt modelId="{C63AC543-7B76-4DA2-A57E-8316D508A460}" type="pres">
      <dgm:prSet presAssocID="{70EE1F8E-13D2-48E3-98A1-B0F4F7FF753D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4B1B9B1B-7982-4829-B815-8B91FC45D0D2}" srcId="{C62B3D1D-C35B-42E5-BC3D-A05D8D7DDFEC}" destId="{CC3D2283-BCAE-4835-AD9F-018437D7247E}" srcOrd="5" destOrd="0" parTransId="{81AC4963-9181-4A95-98F1-7325CB8C770A}" sibTransId="{C4109C99-30A8-484E-8322-44AD5789A133}"/>
    <dgm:cxn modelId="{C25A7D62-D8F9-48D1-A1B9-1150EA028048}" srcId="{C62B3D1D-C35B-42E5-BC3D-A05D8D7DDFEC}" destId="{0AC6702C-5CF0-4017-A21E-70F1DA945390}" srcOrd="3" destOrd="0" parTransId="{9D094F69-AF66-4D08-A9E9-7A764A5C9B65}" sibTransId="{C4C5F7D4-152A-467E-9E51-8BA29FCF1D39}"/>
    <dgm:cxn modelId="{F85EEE68-AB11-45F9-A55B-089AD4B9E345}" type="presOf" srcId="{88903873-003E-4E50-945C-70B8BC8367B3}" destId="{09810053-E484-4521-9FCC-D1DF87610312}" srcOrd="0" destOrd="0" presId="urn:microsoft.com/office/officeart/2018/2/layout/IconLabelList"/>
    <dgm:cxn modelId="{5B27354A-A57D-4448-B7F1-3874D43BC606}" type="presOf" srcId="{CC3D2283-BCAE-4835-AD9F-018437D7247E}" destId="{FFFADC45-D818-4017-B1B9-58A7ABF0E122}" srcOrd="0" destOrd="0" presId="urn:microsoft.com/office/officeart/2018/2/layout/IconLabelList"/>
    <dgm:cxn modelId="{B89B246F-75BE-4AD5-A391-68796E113A3A}" srcId="{C62B3D1D-C35B-42E5-BC3D-A05D8D7DDFEC}" destId="{AACCE3A4-7F38-4949-950D-726525F7776E}" srcOrd="4" destOrd="0" parTransId="{66A17DF4-917F-45CC-A534-1DCD85686F73}" sibTransId="{9E624C72-6A46-474C-A54D-2DD2AAE674EB}"/>
    <dgm:cxn modelId="{7253E276-4DDA-430F-9A81-077C5AAF3967}" type="presOf" srcId="{92F1B762-436E-4DF5-AF8D-276889F163EE}" destId="{BA6A6F02-8F16-4601-86F7-BAE8C4429CFD}" srcOrd="0" destOrd="0" presId="urn:microsoft.com/office/officeart/2018/2/layout/IconLabelList"/>
    <dgm:cxn modelId="{5BCFEB8C-B3F5-413C-B6D4-EE5B23C6B971}" type="presOf" srcId="{AACCE3A4-7F38-4949-950D-726525F7776E}" destId="{DB04DB9D-E53F-4BEE-BE2D-81D7BF1E98A5}" srcOrd="0" destOrd="0" presId="urn:microsoft.com/office/officeart/2018/2/layout/IconLabelList"/>
    <dgm:cxn modelId="{F3E1C3A1-FF8F-4549-8BA7-A68C72D8626B}" srcId="{C62B3D1D-C35B-42E5-BC3D-A05D8D7DDFEC}" destId="{92F1B762-436E-4DF5-AF8D-276889F163EE}" srcOrd="1" destOrd="0" parTransId="{8099596F-F4D1-4237-A202-C5DFA38701C2}" sibTransId="{B803F488-4FAD-4891-9BD7-19A8D2BA9706}"/>
    <dgm:cxn modelId="{EA4AEFA2-21F0-473B-853C-19C216CF81C6}" type="presOf" srcId="{C62B3D1D-C35B-42E5-BC3D-A05D8D7DDFEC}" destId="{A94A8861-D0A4-4116-AD7D-1257BCA82510}" srcOrd="0" destOrd="0" presId="urn:microsoft.com/office/officeart/2018/2/layout/IconLabelList"/>
    <dgm:cxn modelId="{113185B4-0A62-493A-B869-A2493B58A086}" srcId="{C62B3D1D-C35B-42E5-BC3D-A05D8D7DDFEC}" destId="{88903873-003E-4E50-945C-70B8BC8367B3}" srcOrd="2" destOrd="0" parTransId="{54513A9D-BD14-48F0-88C7-FCC452D8ABBE}" sibTransId="{DAB10CA8-254E-45A9-ACE9-B2E9DA561EBF}"/>
    <dgm:cxn modelId="{969C60BF-2C7C-4AAC-89A7-0CB587CA6716}" srcId="{C62B3D1D-C35B-42E5-BC3D-A05D8D7DDFEC}" destId="{CD76A176-8631-4FA9-A178-080C5F421A43}" srcOrd="0" destOrd="0" parTransId="{1D870050-CB8E-433D-A097-C722314E7598}" sibTransId="{801F5582-9281-4BB1-A59B-DF7D27E0EDDE}"/>
    <dgm:cxn modelId="{DE767ADE-A65A-427D-99CE-4FA570EF4D12}" srcId="{C62B3D1D-C35B-42E5-BC3D-A05D8D7DDFEC}" destId="{70EE1F8E-13D2-48E3-98A1-B0F4F7FF753D}" srcOrd="6" destOrd="0" parTransId="{DC45127A-B7FD-4BEA-A6A8-23D010B7E56F}" sibTransId="{F1A3D7CD-E73A-49AA-BFC3-EABAEAE022D3}"/>
    <dgm:cxn modelId="{99B173F0-8DD5-4A24-9DE7-951BAE4DE6CB}" type="presOf" srcId="{CD76A176-8631-4FA9-A178-080C5F421A43}" destId="{9DDD6993-0A89-4604-98EB-6D969761818E}" srcOrd="0" destOrd="0" presId="urn:microsoft.com/office/officeart/2018/2/layout/IconLabelList"/>
    <dgm:cxn modelId="{A7CDE9F0-A0F4-4673-A84E-D2247C2DC3AB}" type="presOf" srcId="{70EE1F8E-13D2-48E3-98A1-B0F4F7FF753D}" destId="{C63AC543-7B76-4DA2-A57E-8316D508A460}" srcOrd="0" destOrd="0" presId="urn:microsoft.com/office/officeart/2018/2/layout/IconLabelList"/>
    <dgm:cxn modelId="{F7E2A3FA-5083-4898-96C3-29BAD3EF2BA0}" type="presOf" srcId="{0AC6702C-5CF0-4017-A21E-70F1DA945390}" destId="{7BC75F94-2FA8-4CA1-9AD6-DE083BD93346}" srcOrd="0" destOrd="0" presId="urn:microsoft.com/office/officeart/2018/2/layout/IconLabelList"/>
    <dgm:cxn modelId="{CA7DDD25-B04B-48B9-981F-15885010CC12}" type="presParOf" srcId="{A94A8861-D0A4-4116-AD7D-1257BCA82510}" destId="{7E3FCF74-0EE9-4CC6-8B51-661F8F0E8F35}" srcOrd="0" destOrd="0" presId="urn:microsoft.com/office/officeart/2018/2/layout/IconLabelList"/>
    <dgm:cxn modelId="{47E1A647-0769-40AE-9D3B-8767CD6BD5A9}" type="presParOf" srcId="{7E3FCF74-0EE9-4CC6-8B51-661F8F0E8F35}" destId="{5B3FA47B-B177-4018-A707-D7D66C0F19E7}" srcOrd="0" destOrd="0" presId="urn:microsoft.com/office/officeart/2018/2/layout/IconLabelList"/>
    <dgm:cxn modelId="{4DCF85D8-F2DF-4025-BC27-51C32A8145E9}" type="presParOf" srcId="{7E3FCF74-0EE9-4CC6-8B51-661F8F0E8F35}" destId="{608A19EF-6CE3-4909-842F-7A5CBBF7DFB8}" srcOrd="1" destOrd="0" presId="urn:microsoft.com/office/officeart/2018/2/layout/IconLabelList"/>
    <dgm:cxn modelId="{76EF27D5-84B0-4C5A-84A1-E717D607C34F}" type="presParOf" srcId="{7E3FCF74-0EE9-4CC6-8B51-661F8F0E8F35}" destId="{9DDD6993-0A89-4604-98EB-6D969761818E}" srcOrd="2" destOrd="0" presId="urn:microsoft.com/office/officeart/2018/2/layout/IconLabelList"/>
    <dgm:cxn modelId="{09499875-FE28-4C3D-B60C-2467F9B346DB}" type="presParOf" srcId="{A94A8861-D0A4-4116-AD7D-1257BCA82510}" destId="{B5519B61-ACE1-4253-B876-34439CD6E4B9}" srcOrd="1" destOrd="0" presId="urn:microsoft.com/office/officeart/2018/2/layout/IconLabelList"/>
    <dgm:cxn modelId="{3CA6F72B-6E72-400E-8AE9-D2556AF4B59C}" type="presParOf" srcId="{A94A8861-D0A4-4116-AD7D-1257BCA82510}" destId="{59B9A22A-F9A6-4C2D-8EC1-EA1C70886C54}" srcOrd="2" destOrd="0" presId="urn:microsoft.com/office/officeart/2018/2/layout/IconLabelList"/>
    <dgm:cxn modelId="{B3287116-B5B6-478C-B5DF-749A6EE5C432}" type="presParOf" srcId="{59B9A22A-F9A6-4C2D-8EC1-EA1C70886C54}" destId="{CCB85027-9931-4BEC-B41B-C6E1DC7804F5}" srcOrd="0" destOrd="0" presId="urn:microsoft.com/office/officeart/2018/2/layout/IconLabelList"/>
    <dgm:cxn modelId="{5654C3DF-E66F-4ED4-8A24-09E7D92816A5}" type="presParOf" srcId="{59B9A22A-F9A6-4C2D-8EC1-EA1C70886C54}" destId="{1BB038FB-5A38-4FD2-A2EE-4C9E8A4ABF2D}" srcOrd="1" destOrd="0" presId="urn:microsoft.com/office/officeart/2018/2/layout/IconLabelList"/>
    <dgm:cxn modelId="{33E7CEDC-62C6-4BE2-9406-AABE637F99EC}" type="presParOf" srcId="{59B9A22A-F9A6-4C2D-8EC1-EA1C70886C54}" destId="{BA6A6F02-8F16-4601-86F7-BAE8C4429CFD}" srcOrd="2" destOrd="0" presId="urn:microsoft.com/office/officeart/2018/2/layout/IconLabelList"/>
    <dgm:cxn modelId="{4B0FCD4B-8EBF-4913-B0EE-F89263BB86D6}" type="presParOf" srcId="{A94A8861-D0A4-4116-AD7D-1257BCA82510}" destId="{C132EC21-FFFF-45F6-B231-1A9CA6861991}" srcOrd="3" destOrd="0" presId="urn:microsoft.com/office/officeart/2018/2/layout/IconLabelList"/>
    <dgm:cxn modelId="{4F12B113-9061-4F96-8C5F-4F44A8FDF420}" type="presParOf" srcId="{A94A8861-D0A4-4116-AD7D-1257BCA82510}" destId="{2F7711D9-8B68-4DD4-BDA3-EDCF97AC43FC}" srcOrd="4" destOrd="0" presId="urn:microsoft.com/office/officeart/2018/2/layout/IconLabelList"/>
    <dgm:cxn modelId="{084DB41B-B3F2-49B6-9E31-9D69F1E9F51B}" type="presParOf" srcId="{2F7711D9-8B68-4DD4-BDA3-EDCF97AC43FC}" destId="{1C948AF1-7903-4A0A-A987-9CDC0E4E34B9}" srcOrd="0" destOrd="0" presId="urn:microsoft.com/office/officeart/2018/2/layout/IconLabelList"/>
    <dgm:cxn modelId="{EAA42C02-8573-4781-90D3-987EF19F3033}" type="presParOf" srcId="{2F7711D9-8B68-4DD4-BDA3-EDCF97AC43FC}" destId="{F49DF38C-041D-4F80-AE3B-FCEEF1655B5C}" srcOrd="1" destOrd="0" presId="urn:microsoft.com/office/officeart/2018/2/layout/IconLabelList"/>
    <dgm:cxn modelId="{F78BE517-7715-441B-B751-79A6FFC6BE90}" type="presParOf" srcId="{2F7711D9-8B68-4DD4-BDA3-EDCF97AC43FC}" destId="{09810053-E484-4521-9FCC-D1DF87610312}" srcOrd="2" destOrd="0" presId="urn:microsoft.com/office/officeart/2018/2/layout/IconLabelList"/>
    <dgm:cxn modelId="{2B2188E8-DE9D-4968-97A0-B420DEF12FB7}" type="presParOf" srcId="{A94A8861-D0A4-4116-AD7D-1257BCA82510}" destId="{E9E4DDAD-3896-4164-84BD-EFF0C95462C2}" srcOrd="5" destOrd="0" presId="urn:microsoft.com/office/officeart/2018/2/layout/IconLabelList"/>
    <dgm:cxn modelId="{DA188001-4CAC-443E-AEDC-99CB75F5F0AD}" type="presParOf" srcId="{A94A8861-D0A4-4116-AD7D-1257BCA82510}" destId="{B5B83718-7A81-4FC7-BF77-F9F031719742}" srcOrd="6" destOrd="0" presId="urn:microsoft.com/office/officeart/2018/2/layout/IconLabelList"/>
    <dgm:cxn modelId="{CCE2C83B-3AC9-4207-B2D1-875202B5B97C}" type="presParOf" srcId="{B5B83718-7A81-4FC7-BF77-F9F031719742}" destId="{E4D04E8D-F998-4B1E-819A-CE70DB860D0C}" srcOrd="0" destOrd="0" presId="urn:microsoft.com/office/officeart/2018/2/layout/IconLabelList"/>
    <dgm:cxn modelId="{5B99A9D5-6C0E-48E3-AB7F-58EA386D040D}" type="presParOf" srcId="{B5B83718-7A81-4FC7-BF77-F9F031719742}" destId="{08764D2D-0931-47ED-9BB8-FEE19B3715AA}" srcOrd="1" destOrd="0" presId="urn:microsoft.com/office/officeart/2018/2/layout/IconLabelList"/>
    <dgm:cxn modelId="{37EF35B6-9D83-4937-9464-59C0D60C51CE}" type="presParOf" srcId="{B5B83718-7A81-4FC7-BF77-F9F031719742}" destId="{7BC75F94-2FA8-4CA1-9AD6-DE083BD93346}" srcOrd="2" destOrd="0" presId="urn:microsoft.com/office/officeart/2018/2/layout/IconLabelList"/>
    <dgm:cxn modelId="{65B96318-4732-4CB5-97AD-4AECBCF7CDA4}" type="presParOf" srcId="{A94A8861-D0A4-4116-AD7D-1257BCA82510}" destId="{A81CAD2D-D971-4E86-BDF4-B2329AC2179F}" srcOrd="7" destOrd="0" presId="urn:microsoft.com/office/officeart/2018/2/layout/IconLabelList"/>
    <dgm:cxn modelId="{947D28F9-3883-4882-92F7-2C57132D402A}" type="presParOf" srcId="{A94A8861-D0A4-4116-AD7D-1257BCA82510}" destId="{A799B795-090B-4691-B244-DD93704C8AEF}" srcOrd="8" destOrd="0" presId="urn:microsoft.com/office/officeart/2018/2/layout/IconLabelList"/>
    <dgm:cxn modelId="{4B85E56E-1785-4507-84FE-8D14D9242696}" type="presParOf" srcId="{A799B795-090B-4691-B244-DD93704C8AEF}" destId="{114117A1-5F3A-4988-895E-C3E27DA52A50}" srcOrd="0" destOrd="0" presId="urn:microsoft.com/office/officeart/2018/2/layout/IconLabelList"/>
    <dgm:cxn modelId="{72820F8D-0EB5-4083-BB22-27D2613B355F}" type="presParOf" srcId="{A799B795-090B-4691-B244-DD93704C8AEF}" destId="{F93010DF-F72F-4B52-9B18-879EE6E34EF5}" srcOrd="1" destOrd="0" presId="urn:microsoft.com/office/officeart/2018/2/layout/IconLabelList"/>
    <dgm:cxn modelId="{82A63174-5A91-45CD-8354-503515F4892F}" type="presParOf" srcId="{A799B795-090B-4691-B244-DD93704C8AEF}" destId="{DB04DB9D-E53F-4BEE-BE2D-81D7BF1E98A5}" srcOrd="2" destOrd="0" presId="urn:microsoft.com/office/officeart/2018/2/layout/IconLabelList"/>
    <dgm:cxn modelId="{B0D22C99-13EC-4700-B84E-D9F51CECBBA2}" type="presParOf" srcId="{A94A8861-D0A4-4116-AD7D-1257BCA82510}" destId="{7DE8BD69-7E9D-48CC-9731-39437DF0D4A7}" srcOrd="9" destOrd="0" presId="urn:microsoft.com/office/officeart/2018/2/layout/IconLabelList"/>
    <dgm:cxn modelId="{F9C1CF33-6EC8-48FB-B4A4-4FA71A8FCF7F}" type="presParOf" srcId="{A94A8861-D0A4-4116-AD7D-1257BCA82510}" destId="{6912D569-9141-467A-A1C9-C1F18815858D}" srcOrd="10" destOrd="0" presId="urn:microsoft.com/office/officeart/2018/2/layout/IconLabelList"/>
    <dgm:cxn modelId="{683E0561-356C-4D84-8228-38B3C948DEE4}" type="presParOf" srcId="{6912D569-9141-467A-A1C9-C1F18815858D}" destId="{2A821700-1379-48CB-AA5C-3F9957EE086A}" srcOrd="0" destOrd="0" presId="urn:microsoft.com/office/officeart/2018/2/layout/IconLabelList"/>
    <dgm:cxn modelId="{26292418-3C65-41CC-9A8E-E80356A9C094}" type="presParOf" srcId="{6912D569-9141-467A-A1C9-C1F18815858D}" destId="{9A4B80B8-F6A2-4814-9DAE-D2044CF706A8}" srcOrd="1" destOrd="0" presId="urn:microsoft.com/office/officeart/2018/2/layout/IconLabelList"/>
    <dgm:cxn modelId="{5D11F51E-3FA6-45D1-9282-C5897BCE10C9}" type="presParOf" srcId="{6912D569-9141-467A-A1C9-C1F18815858D}" destId="{FFFADC45-D818-4017-B1B9-58A7ABF0E122}" srcOrd="2" destOrd="0" presId="urn:microsoft.com/office/officeart/2018/2/layout/IconLabelList"/>
    <dgm:cxn modelId="{51EF282B-F2B6-49D7-9E9D-11581AC3A5E5}" type="presParOf" srcId="{A94A8861-D0A4-4116-AD7D-1257BCA82510}" destId="{12F003BE-F3D0-4FC0-B9BE-FE4F31B89B8A}" srcOrd="11" destOrd="0" presId="urn:microsoft.com/office/officeart/2018/2/layout/IconLabelList"/>
    <dgm:cxn modelId="{34755B57-E79F-44C0-A305-13708D86F39F}" type="presParOf" srcId="{A94A8861-D0A4-4116-AD7D-1257BCA82510}" destId="{4A3DC249-A24B-470B-A670-12A712B413F5}" srcOrd="12" destOrd="0" presId="urn:microsoft.com/office/officeart/2018/2/layout/IconLabelList"/>
    <dgm:cxn modelId="{C1901867-9060-4562-BC4A-EABB75B9C43C}" type="presParOf" srcId="{4A3DC249-A24B-470B-A670-12A712B413F5}" destId="{A051948C-1649-4FB8-8D40-A1A0CA35EF83}" srcOrd="0" destOrd="0" presId="urn:microsoft.com/office/officeart/2018/2/layout/IconLabelList"/>
    <dgm:cxn modelId="{EB94CBAC-A043-4696-B2C8-0B11FC2FF5C2}" type="presParOf" srcId="{4A3DC249-A24B-470B-A670-12A712B413F5}" destId="{25837B7F-5E9E-4DC4-848B-4E57F4AD7595}" srcOrd="1" destOrd="0" presId="urn:microsoft.com/office/officeart/2018/2/layout/IconLabelList"/>
    <dgm:cxn modelId="{77B55673-C401-4035-9144-60083A71DE71}" type="presParOf" srcId="{4A3DC249-A24B-470B-A670-12A712B413F5}" destId="{C63AC543-7B76-4DA2-A57E-8316D508A46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FA2CC62-AEC3-4793-AB66-02970988EE7C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D3F4884-3969-4401-9A8A-D40FE41125CA}">
      <dgm:prSet/>
      <dgm:spPr/>
      <dgm:t>
        <a:bodyPr/>
        <a:lstStyle/>
        <a:p>
          <a:r>
            <a:rPr lang="en-US"/>
            <a:t>PostgreSQL can run dynamic websites and web apps as a LAMP stack option</a:t>
          </a:r>
        </a:p>
      </dgm:t>
    </dgm:pt>
    <dgm:pt modelId="{087F9884-6354-44EB-8FB6-0F6D78DC19DD}" type="parTrans" cxnId="{A3102C2C-71FC-4BD9-8351-D2529D9AB27C}">
      <dgm:prSet/>
      <dgm:spPr/>
      <dgm:t>
        <a:bodyPr/>
        <a:lstStyle/>
        <a:p>
          <a:endParaRPr lang="en-US"/>
        </a:p>
      </dgm:t>
    </dgm:pt>
    <dgm:pt modelId="{FF673655-DD29-4B00-8C85-16070A9A6762}" type="sibTrans" cxnId="{A3102C2C-71FC-4BD9-8351-D2529D9AB27C}">
      <dgm:prSet/>
      <dgm:spPr/>
      <dgm:t>
        <a:bodyPr/>
        <a:lstStyle/>
        <a:p>
          <a:endParaRPr lang="en-US"/>
        </a:p>
      </dgm:t>
    </dgm:pt>
    <dgm:pt modelId="{C5B0B49E-6E42-4ED9-BC8C-2800C9312419}">
      <dgm:prSet/>
      <dgm:spPr/>
      <dgm:t>
        <a:bodyPr/>
        <a:lstStyle/>
        <a:p>
          <a:r>
            <a:rPr lang="en-US"/>
            <a:t>PostgreSQL's write-ahead logging makes it a highly fault-tolerant database</a:t>
          </a:r>
        </a:p>
      </dgm:t>
    </dgm:pt>
    <dgm:pt modelId="{623E178C-A465-4F1F-A0C0-9B90C3AF8778}" type="parTrans" cxnId="{41270D10-E2C4-4669-BC22-5CA8934C0536}">
      <dgm:prSet/>
      <dgm:spPr/>
      <dgm:t>
        <a:bodyPr/>
        <a:lstStyle/>
        <a:p>
          <a:endParaRPr lang="en-US"/>
        </a:p>
      </dgm:t>
    </dgm:pt>
    <dgm:pt modelId="{C6D9D71C-BE6B-4D87-ACA6-9CA4F5BCF398}" type="sibTrans" cxnId="{41270D10-E2C4-4669-BC22-5CA8934C0536}">
      <dgm:prSet/>
      <dgm:spPr/>
      <dgm:t>
        <a:bodyPr/>
        <a:lstStyle/>
        <a:p>
          <a:endParaRPr lang="en-US"/>
        </a:p>
      </dgm:t>
    </dgm:pt>
    <dgm:pt modelId="{E78BD2BE-F215-4C77-8D7B-00262D76F524}">
      <dgm:prSet/>
      <dgm:spPr/>
      <dgm:t>
        <a:bodyPr/>
        <a:lstStyle/>
        <a:p>
          <a:r>
            <a:rPr lang="en-US"/>
            <a:t>PostgreSQL source code is freely available under an open source license. This allows you the freedom to use, modify, and implement it as per your business needs.</a:t>
          </a:r>
        </a:p>
      </dgm:t>
    </dgm:pt>
    <dgm:pt modelId="{E60E4218-555C-43F9-8C8F-A3E573D8A812}" type="parTrans" cxnId="{87D0D9D3-F721-4DFF-9168-346999A5A393}">
      <dgm:prSet/>
      <dgm:spPr/>
      <dgm:t>
        <a:bodyPr/>
        <a:lstStyle/>
        <a:p>
          <a:endParaRPr lang="en-US"/>
        </a:p>
      </dgm:t>
    </dgm:pt>
    <dgm:pt modelId="{E69DCF79-C5C6-419C-A4D6-9E818C850D81}" type="sibTrans" cxnId="{87D0D9D3-F721-4DFF-9168-346999A5A393}">
      <dgm:prSet/>
      <dgm:spPr/>
      <dgm:t>
        <a:bodyPr/>
        <a:lstStyle/>
        <a:p>
          <a:endParaRPr lang="en-US"/>
        </a:p>
      </dgm:t>
    </dgm:pt>
    <dgm:pt modelId="{AAD3C307-97BA-4D11-94D4-58AFE0D129F3}">
      <dgm:prSet/>
      <dgm:spPr/>
      <dgm:t>
        <a:bodyPr/>
        <a:lstStyle/>
        <a:p>
          <a:r>
            <a:rPr lang="en-US"/>
            <a:t>PostgreSQL supports geographic objects so you can use it for location-based services and geographic information systems</a:t>
          </a:r>
        </a:p>
      </dgm:t>
    </dgm:pt>
    <dgm:pt modelId="{965889AD-CBEE-4E10-9916-37B02A894563}" type="parTrans" cxnId="{717D0008-69FE-45F6-B376-A2A55FF3531B}">
      <dgm:prSet/>
      <dgm:spPr/>
      <dgm:t>
        <a:bodyPr/>
        <a:lstStyle/>
        <a:p>
          <a:endParaRPr lang="en-US"/>
        </a:p>
      </dgm:t>
    </dgm:pt>
    <dgm:pt modelId="{4FD9F4E9-804A-4CBE-9F8A-85ABEC9BBF95}" type="sibTrans" cxnId="{717D0008-69FE-45F6-B376-A2A55FF3531B}">
      <dgm:prSet/>
      <dgm:spPr/>
      <dgm:t>
        <a:bodyPr/>
        <a:lstStyle/>
        <a:p>
          <a:endParaRPr lang="en-US"/>
        </a:p>
      </dgm:t>
    </dgm:pt>
    <dgm:pt modelId="{987D69C1-7E3F-4870-AB36-9300789A9CEB}">
      <dgm:prSet/>
      <dgm:spPr/>
      <dgm:t>
        <a:bodyPr/>
        <a:lstStyle/>
        <a:p>
          <a:r>
            <a:rPr lang="en-US"/>
            <a:t>PostgreSQL supports geographic objects so it can be used as a geospatial data store for location-based services and geographic information systems</a:t>
          </a:r>
        </a:p>
      </dgm:t>
    </dgm:pt>
    <dgm:pt modelId="{8DFB99D4-FC66-43DE-A58F-4B35124EDD2F}" type="parTrans" cxnId="{F3C67440-EDD0-4298-8A8F-9CCF101BA221}">
      <dgm:prSet/>
      <dgm:spPr/>
      <dgm:t>
        <a:bodyPr/>
        <a:lstStyle/>
        <a:p>
          <a:endParaRPr lang="en-US"/>
        </a:p>
      </dgm:t>
    </dgm:pt>
    <dgm:pt modelId="{28E10B32-4F65-4C46-BD09-B8E8D798E337}" type="sibTrans" cxnId="{F3C67440-EDD0-4298-8A8F-9CCF101BA221}">
      <dgm:prSet/>
      <dgm:spPr/>
      <dgm:t>
        <a:bodyPr/>
        <a:lstStyle/>
        <a:p>
          <a:endParaRPr lang="en-US"/>
        </a:p>
      </dgm:t>
    </dgm:pt>
    <dgm:pt modelId="{89C860EF-BB2F-4A95-8E62-72374C669EBF}">
      <dgm:prSet/>
      <dgm:spPr/>
      <dgm:t>
        <a:bodyPr/>
        <a:lstStyle/>
        <a:p>
          <a:r>
            <a:rPr lang="en-US"/>
            <a:t>To learn Postgres, you don't need much training as its easy to use</a:t>
          </a:r>
        </a:p>
      </dgm:t>
    </dgm:pt>
    <dgm:pt modelId="{CF0BA511-D471-490B-A88E-58548B36F82F}" type="parTrans" cxnId="{333DA77C-C2D0-4975-B597-0026AC876ECC}">
      <dgm:prSet/>
      <dgm:spPr/>
      <dgm:t>
        <a:bodyPr/>
        <a:lstStyle/>
        <a:p>
          <a:endParaRPr lang="en-US"/>
        </a:p>
      </dgm:t>
    </dgm:pt>
    <dgm:pt modelId="{5AA77CD4-5E25-422E-B9C4-03A833E93822}" type="sibTrans" cxnId="{333DA77C-C2D0-4975-B597-0026AC876ECC}">
      <dgm:prSet/>
      <dgm:spPr/>
      <dgm:t>
        <a:bodyPr/>
        <a:lstStyle/>
        <a:p>
          <a:endParaRPr lang="en-US"/>
        </a:p>
      </dgm:t>
    </dgm:pt>
    <dgm:pt modelId="{2936C0BF-F700-451D-BAD0-F385D4B136B9}">
      <dgm:prSet/>
      <dgm:spPr/>
      <dgm:t>
        <a:bodyPr/>
        <a:lstStyle/>
        <a:p>
          <a:r>
            <a:rPr lang="en-US"/>
            <a:t>Low maintenance and administration for both embedded and enterprise use of PostgreSQL</a:t>
          </a:r>
        </a:p>
      </dgm:t>
    </dgm:pt>
    <dgm:pt modelId="{2ABCCB9A-12DD-4089-900A-EE1C0D1515C8}" type="parTrans" cxnId="{C5010373-9D4B-4157-8631-F9A23C543856}">
      <dgm:prSet/>
      <dgm:spPr/>
      <dgm:t>
        <a:bodyPr/>
        <a:lstStyle/>
        <a:p>
          <a:endParaRPr lang="en-US"/>
        </a:p>
      </dgm:t>
    </dgm:pt>
    <dgm:pt modelId="{5413A492-56E2-48D4-B75A-C4B28A1E6843}" type="sibTrans" cxnId="{C5010373-9D4B-4157-8631-F9A23C543856}">
      <dgm:prSet/>
      <dgm:spPr/>
      <dgm:t>
        <a:bodyPr/>
        <a:lstStyle/>
        <a:p>
          <a:endParaRPr lang="en-US"/>
        </a:p>
      </dgm:t>
    </dgm:pt>
    <dgm:pt modelId="{7FAAC544-5603-441A-B9EF-8837C347FFFC}" type="pres">
      <dgm:prSet presAssocID="{CFA2CC62-AEC3-4793-AB66-02970988EE7C}" presName="diagram" presStyleCnt="0">
        <dgm:presLayoutVars>
          <dgm:dir/>
          <dgm:resizeHandles val="exact"/>
        </dgm:presLayoutVars>
      </dgm:prSet>
      <dgm:spPr/>
    </dgm:pt>
    <dgm:pt modelId="{E9A6343B-55E7-440A-BBDE-4A0877F26186}" type="pres">
      <dgm:prSet presAssocID="{FD3F4884-3969-4401-9A8A-D40FE41125CA}" presName="node" presStyleLbl="node1" presStyleIdx="0" presStyleCnt="7">
        <dgm:presLayoutVars>
          <dgm:bulletEnabled val="1"/>
        </dgm:presLayoutVars>
      </dgm:prSet>
      <dgm:spPr/>
    </dgm:pt>
    <dgm:pt modelId="{0592BB3D-1BE0-43D9-88CA-E80A49D2F691}" type="pres">
      <dgm:prSet presAssocID="{FF673655-DD29-4B00-8C85-16070A9A6762}" presName="sibTrans" presStyleCnt="0"/>
      <dgm:spPr/>
    </dgm:pt>
    <dgm:pt modelId="{21FBCE45-DFEF-40C1-A027-5B6EE0DC5F65}" type="pres">
      <dgm:prSet presAssocID="{C5B0B49E-6E42-4ED9-BC8C-2800C9312419}" presName="node" presStyleLbl="node1" presStyleIdx="1" presStyleCnt="7">
        <dgm:presLayoutVars>
          <dgm:bulletEnabled val="1"/>
        </dgm:presLayoutVars>
      </dgm:prSet>
      <dgm:spPr/>
    </dgm:pt>
    <dgm:pt modelId="{D6FFA388-05A5-42CD-A9B8-B6577295146B}" type="pres">
      <dgm:prSet presAssocID="{C6D9D71C-BE6B-4D87-ACA6-9CA4F5BCF398}" presName="sibTrans" presStyleCnt="0"/>
      <dgm:spPr/>
    </dgm:pt>
    <dgm:pt modelId="{DE6224D8-068D-4DA5-91ED-C536B45D1893}" type="pres">
      <dgm:prSet presAssocID="{E78BD2BE-F215-4C77-8D7B-00262D76F524}" presName="node" presStyleLbl="node1" presStyleIdx="2" presStyleCnt="7">
        <dgm:presLayoutVars>
          <dgm:bulletEnabled val="1"/>
        </dgm:presLayoutVars>
      </dgm:prSet>
      <dgm:spPr/>
    </dgm:pt>
    <dgm:pt modelId="{B6E7F737-75D0-49A4-B43D-9AF286F4EB32}" type="pres">
      <dgm:prSet presAssocID="{E69DCF79-C5C6-419C-A4D6-9E818C850D81}" presName="sibTrans" presStyleCnt="0"/>
      <dgm:spPr/>
    </dgm:pt>
    <dgm:pt modelId="{923DC283-EAA1-4328-8369-49DE73459A3C}" type="pres">
      <dgm:prSet presAssocID="{AAD3C307-97BA-4D11-94D4-58AFE0D129F3}" presName="node" presStyleLbl="node1" presStyleIdx="3" presStyleCnt="7">
        <dgm:presLayoutVars>
          <dgm:bulletEnabled val="1"/>
        </dgm:presLayoutVars>
      </dgm:prSet>
      <dgm:spPr/>
    </dgm:pt>
    <dgm:pt modelId="{5466E39C-C056-454D-9560-DA511D8FC9EA}" type="pres">
      <dgm:prSet presAssocID="{4FD9F4E9-804A-4CBE-9F8A-85ABEC9BBF95}" presName="sibTrans" presStyleCnt="0"/>
      <dgm:spPr/>
    </dgm:pt>
    <dgm:pt modelId="{96CCF565-CB39-4B17-855F-F1E5E958CCE0}" type="pres">
      <dgm:prSet presAssocID="{987D69C1-7E3F-4870-AB36-9300789A9CEB}" presName="node" presStyleLbl="node1" presStyleIdx="4" presStyleCnt="7">
        <dgm:presLayoutVars>
          <dgm:bulletEnabled val="1"/>
        </dgm:presLayoutVars>
      </dgm:prSet>
      <dgm:spPr/>
    </dgm:pt>
    <dgm:pt modelId="{BAEC89AA-5971-4ABA-A0B0-EDF805A50EC2}" type="pres">
      <dgm:prSet presAssocID="{28E10B32-4F65-4C46-BD09-B8E8D798E337}" presName="sibTrans" presStyleCnt="0"/>
      <dgm:spPr/>
    </dgm:pt>
    <dgm:pt modelId="{AFD47026-E920-4728-A3BB-741A25CA91AD}" type="pres">
      <dgm:prSet presAssocID="{89C860EF-BB2F-4A95-8E62-72374C669EBF}" presName="node" presStyleLbl="node1" presStyleIdx="5" presStyleCnt="7">
        <dgm:presLayoutVars>
          <dgm:bulletEnabled val="1"/>
        </dgm:presLayoutVars>
      </dgm:prSet>
      <dgm:spPr/>
    </dgm:pt>
    <dgm:pt modelId="{726846ED-5351-4626-AF77-659B46B24499}" type="pres">
      <dgm:prSet presAssocID="{5AA77CD4-5E25-422E-B9C4-03A833E93822}" presName="sibTrans" presStyleCnt="0"/>
      <dgm:spPr/>
    </dgm:pt>
    <dgm:pt modelId="{81D50192-76FB-4B22-91A8-B1B91E61137A}" type="pres">
      <dgm:prSet presAssocID="{2936C0BF-F700-451D-BAD0-F385D4B136B9}" presName="node" presStyleLbl="node1" presStyleIdx="6" presStyleCnt="7">
        <dgm:presLayoutVars>
          <dgm:bulletEnabled val="1"/>
        </dgm:presLayoutVars>
      </dgm:prSet>
      <dgm:spPr/>
    </dgm:pt>
  </dgm:ptLst>
  <dgm:cxnLst>
    <dgm:cxn modelId="{226F2007-9EA9-41CE-AB09-7351C7461D1B}" type="presOf" srcId="{89C860EF-BB2F-4A95-8E62-72374C669EBF}" destId="{AFD47026-E920-4728-A3BB-741A25CA91AD}" srcOrd="0" destOrd="0" presId="urn:microsoft.com/office/officeart/2005/8/layout/default"/>
    <dgm:cxn modelId="{717D0008-69FE-45F6-B376-A2A55FF3531B}" srcId="{CFA2CC62-AEC3-4793-AB66-02970988EE7C}" destId="{AAD3C307-97BA-4D11-94D4-58AFE0D129F3}" srcOrd="3" destOrd="0" parTransId="{965889AD-CBEE-4E10-9916-37B02A894563}" sibTransId="{4FD9F4E9-804A-4CBE-9F8A-85ABEC9BBF95}"/>
    <dgm:cxn modelId="{41270D10-E2C4-4669-BC22-5CA8934C0536}" srcId="{CFA2CC62-AEC3-4793-AB66-02970988EE7C}" destId="{C5B0B49E-6E42-4ED9-BC8C-2800C9312419}" srcOrd="1" destOrd="0" parTransId="{623E178C-A465-4F1F-A0C0-9B90C3AF8778}" sibTransId="{C6D9D71C-BE6B-4D87-ACA6-9CA4F5BCF398}"/>
    <dgm:cxn modelId="{0006D41F-91D8-4BDC-842D-2F493F447066}" type="presOf" srcId="{AAD3C307-97BA-4D11-94D4-58AFE0D129F3}" destId="{923DC283-EAA1-4328-8369-49DE73459A3C}" srcOrd="0" destOrd="0" presId="urn:microsoft.com/office/officeart/2005/8/layout/default"/>
    <dgm:cxn modelId="{EFFFA523-E850-4236-B57D-CE5C4D819C7E}" type="presOf" srcId="{E78BD2BE-F215-4C77-8D7B-00262D76F524}" destId="{DE6224D8-068D-4DA5-91ED-C536B45D1893}" srcOrd="0" destOrd="0" presId="urn:microsoft.com/office/officeart/2005/8/layout/default"/>
    <dgm:cxn modelId="{A3102C2C-71FC-4BD9-8351-D2529D9AB27C}" srcId="{CFA2CC62-AEC3-4793-AB66-02970988EE7C}" destId="{FD3F4884-3969-4401-9A8A-D40FE41125CA}" srcOrd="0" destOrd="0" parTransId="{087F9884-6354-44EB-8FB6-0F6D78DC19DD}" sibTransId="{FF673655-DD29-4B00-8C85-16070A9A6762}"/>
    <dgm:cxn modelId="{123B1436-AE26-4DA2-8C55-6DC42B7D9914}" type="presOf" srcId="{987D69C1-7E3F-4870-AB36-9300789A9CEB}" destId="{96CCF565-CB39-4B17-855F-F1E5E958CCE0}" srcOrd="0" destOrd="0" presId="urn:microsoft.com/office/officeart/2005/8/layout/default"/>
    <dgm:cxn modelId="{F3C67440-EDD0-4298-8A8F-9CCF101BA221}" srcId="{CFA2CC62-AEC3-4793-AB66-02970988EE7C}" destId="{987D69C1-7E3F-4870-AB36-9300789A9CEB}" srcOrd="4" destOrd="0" parTransId="{8DFB99D4-FC66-43DE-A58F-4B35124EDD2F}" sibTransId="{28E10B32-4F65-4C46-BD09-B8E8D798E337}"/>
    <dgm:cxn modelId="{C8FBB85E-C9A8-44DF-AC3C-7E64D51893A6}" type="presOf" srcId="{FD3F4884-3969-4401-9A8A-D40FE41125CA}" destId="{E9A6343B-55E7-440A-BBDE-4A0877F26186}" srcOrd="0" destOrd="0" presId="urn:microsoft.com/office/officeart/2005/8/layout/default"/>
    <dgm:cxn modelId="{158C2D61-9CE7-44AC-96CA-FD0BC60E439C}" type="presOf" srcId="{C5B0B49E-6E42-4ED9-BC8C-2800C9312419}" destId="{21FBCE45-DFEF-40C1-A027-5B6EE0DC5F65}" srcOrd="0" destOrd="0" presId="urn:microsoft.com/office/officeart/2005/8/layout/default"/>
    <dgm:cxn modelId="{C5010373-9D4B-4157-8631-F9A23C543856}" srcId="{CFA2CC62-AEC3-4793-AB66-02970988EE7C}" destId="{2936C0BF-F700-451D-BAD0-F385D4B136B9}" srcOrd="6" destOrd="0" parTransId="{2ABCCB9A-12DD-4089-900A-EE1C0D1515C8}" sibTransId="{5413A492-56E2-48D4-B75A-C4B28A1E6843}"/>
    <dgm:cxn modelId="{333DA77C-C2D0-4975-B597-0026AC876ECC}" srcId="{CFA2CC62-AEC3-4793-AB66-02970988EE7C}" destId="{89C860EF-BB2F-4A95-8E62-72374C669EBF}" srcOrd="5" destOrd="0" parTransId="{CF0BA511-D471-490B-A88E-58548B36F82F}" sibTransId="{5AA77CD4-5E25-422E-B9C4-03A833E93822}"/>
    <dgm:cxn modelId="{C3F5D4AD-7196-4C4F-B5F4-3C3F12DA1E20}" type="presOf" srcId="{2936C0BF-F700-451D-BAD0-F385D4B136B9}" destId="{81D50192-76FB-4B22-91A8-B1B91E61137A}" srcOrd="0" destOrd="0" presId="urn:microsoft.com/office/officeart/2005/8/layout/default"/>
    <dgm:cxn modelId="{87D0D9D3-F721-4DFF-9168-346999A5A393}" srcId="{CFA2CC62-AEC3-4793-AB66-02970988EE7C}" destId="{E78BD2BE-F215-4C77-8D7B-00262D76F524}" srcOrd="2" destOrd="0" parTransId="{E60E4218-555C-43F9-8C8F-A3E573D8A812}" sibTransId="{E69DCF79-C5C6-419C-A4D6-9E818C850D81}"/>
    <dgm:cxn modelId="{BA227DF4-D6C5-4C20-9788-C62A839D56FF}" type="presOf" srcId="{CFA2CC62-AEC3-4793-AB66-02970988EE7C}" destId="{7FAAC544-5603-441A-B9EF-8837C347FFFC}" srcOrd="0" destOrd="0" presId="urn:microsoft.com/office/officeart/2005/8/layout/default"/>
    <dgm:cxn modelId="{5F947546-8D82-4306-8C54-B58AF1072B33}" type="presParOf" srcId="{7FAAC544-5603-441A-B9EF-8837C347FFFC}" destId="{E9A6343B-55E7-440A-BBDE-4A0877F26186}" srcOrd="0" destOrd="0" presId="urn:microsoft.com/office/officeart/2005/8/layout/default"/>
    <dgm:cxn modelId="{D97DA2E6-01FF-4E55-8BCF-ADF18F4418EF}" type="presParOf" srcId="{7FAAC544-5603-441A-B9EF-8837C347FFFC}" destId="{0592BB3D-1BE0-43D9-88CA-E80A49D2F691}" srcOrd="1" destOrd="0" presId="urn:microsoft.com/office/officeart/2005/8/layout/default"/>
    <dgm:cxn modelId="{A43F67AC-1440-4892-BCBC-A9E867070DC9}" type="presParOf" srcId="{7FAAC544-5603-441A-B9EF-8837C347FFFC}" destId="{21FBCE45-DFEF-40C1-A027-5B6EE0DC5F65}" srcOrd="2" destOrd="0" presId="urn:microsoft.com/office/officeart/2005/8/layout/default"/>
    <dgm:cxn modelId="{B9242254-03F3-44C2-AEA8-B0405A3FA709}" type="presParOf" srcId="{7FAAC544-5603-441A-B9EF-8837C347FFFC}" destId="{D6FFA388-05A5-42CD-A9B8-B6577295146B}" srcOrd="3" destOrd="0" presId="urn:microsoft.com/office/officeart/2005/8/layout/default"/>
    <dgm:cxn modelId="{2EA3B8ED-354B-445C-A341-D37562492ECF}" type="presParOf" srcId="{7FAAC544-5603-441A-B9EF-8837C347FFFC}" destId="{DE6224D8-068D-4DA5-91ED-C536B45D1893}" srcOrd="4" destOrd="0" presId="urn:microsoft.com/office/officeart/2005/8/layout/default"/>
    <dgm:cxn modelId="{B458A639-2779-42E3-A886-9CBC59A43BAD}" type="presParOf" srcId="{7FAAC544-5603-441A-B9EF-8837C347FFFC}" destId="{B6E7F737-75D0-49A4-B43D-9AF286F4EB32}" srcOrd="5" destOrd="0" presId="urn:microsoft.com/office/officeart/2005/8/layout/default"/>
    <dgm:cxn modelId="{09BF8EC5-033A-4436-B2E9-DE9644436BBE}" type="presParOf" srcId="{7FAAC544-5603-441A-B9EF-8837C347FFFC}" destId="{923DC283-EAA1-4328-8369-49DE73459A3C}" srcOrd="6" destOrd="0" presId="urn:microsoft.com/office/officeart/2005/8/layout/default"/>
    <dgm:cxn modelId="{53148376-B695-4D67-BB9B-AC23FDBE407B}" type="presParOf" srcId="{7FAAC544-5603-441A-B9EF-8837C347FFFC}" destId="{5466E39C-C056-454D-9560-DA511D8FC9EA}" srcOrd="7" destOrd="0" presId="urn:microsoft.com/office/officeart/2005/8/layout/default"/>
    <dgm:cxn modelId="{7C9C1C67-FC4C-42CE-A77E-65AC63ADE385}" type="presParOf" srcId="{7FAAC544-5603-441A-B9EF-8837C347FFFC}" destId="{96CCF565-CB39-4B17-855F-F1E5E958CCE0}" srcOrd="8" destOrd="0" presId="urn:microsoft.com/office/officeart/2005/8/layout/default"/>
    <dgm:cxn modelId="{F7CD9479-4BD9-49D9-A29A-DBAA17A2D3BD}" type="presParOf" srcId="{7FAAC544-5603-441A-B9EF-8837C347FFFC}" destId="{BAEC89AA-5971-4ABA-A0B0-EDF805A50EC2}" srcOrd="9" destOrd="0" presId="urn:microsoft.com/office/officeart/2005/8/layout/default"/>
    <dgm:cxn modelId="{78BF0DD2-680E-4934-AEA9-68F94A3C2A8B}" type="presParOf" srcId="{7FAAC544-5603-441A-B9EF-8837C347FFFC}" destId="{AFD47026-E920-4728-A3BB-741A25CA91AD}" srcOrd="10" destOrd="0" presId="urn:microsoft.com/office/officeart/2005/8/layout/default"/>
    <dgm:cxn modelId="{8513B065-5341-4EB7-A9D3-816871DEB764}" type="presParOf" srcId="{7FAAC544-5603-441A-B9EF-8837C347FFFC}" destId="{726846ED-5351-4626-AF77-659B46B24499}" srcOrd="11" destOrd="0" presId="urn:microsoft.com/office/officeart/2005/8/layout/default"/>
    <dgm:cxn modelId="{EF3B9453-2C85-4A6B-B4B0-9ED865C2D0A8}" type="presParOf" srcId="{7FAAC544-5603-441A-B9EF-8837C347FFFC}" destId="{81D50192-76FB-4B22-91A8-B1B91E61137A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4D760C6-13A2-46DB-9382-90F12A98B8C8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58F1001-294B-4853-B895-420F5EE6A66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Increases data security</a:t>
          </a:r>
        </a:p>
      </dgm:t>
    </dgm:pt>
    <dgm:pt modelId="{4C63A00A-3ABA-47E8-A022-07F8A6DAA7D6}" type="parTrans" cxnId="{377EB7A3-77F6-4470-A45C-AEEB3F8D96F8}">
      <dgm:prSet/>
      <dgm:spPr/>
      <dgm:t>
        <a:bodyPr/>
        <a:lstStyle/>
        <a:p>
          <a:endParaRPr lang="en-US"/>
        </a:p>
      </dgm:t>
    </dgm:pt>
    <dgm:pt modelId="{42CCD569-2359-4EF3-BAF2-86569FD0F9D7}" type="sibTrans" cxnId="{377EB7A3-77F6-4470-A45C-AEEB3F8D96F8}">
      <dgm:prSet/>
      <dgm:spPr/>
      <dgm:t>
        <a:bodyPr/>
        <a:lstStyle/>
        <a:p>
          <a:endParaRPr lang="en-US"/>
        </a:p>
      </dgm:t>
    </dgm:pt>
    <dgm:pt modelId="{2D285121-AAA4-4058-AE5C-F5011957DE4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Ease of configuration</a:t>
          </a:r>
        </a:p>
      </dgm:t>
    </dgm:pt>
    <dgm:pt modelId="{CEF8B69F-144A-4519-B5FA-DD6B0EE0A375}" type="parTrans" cxnId="{9EC8B600-77DD-4772-B174-2B811A029FB4}">
      <dgm:prSet/>
      <dgm:spPr/>
      <dgm:t>
        <a:bodyPr/>
        <a:lstStyle/>
        <a:p>
          <a:endParaRPr lang="en-US"/>
        </a:p>
      </dgm:t>
    </dgm:pt>
    <dgm:pt modelId="{A794E036-BA8A-409B-B273-1B0B05BF6A7C}" type="sibTrans" cxnId="{9EC8B600-77DD-4772-B174-2B811A029FB4}">
      <dgm:prSet/>
      <dgm:spPr/>
      <dgm:t>
        <a:bodyPr/>
        <a:lstStyle/>
        <a:p>
          <a:endParaRPr lang="en-US"/>
        </a:p>
      </dgm:t>
    </dgm:pt>
    <dgm:pt modelId="{2A591165-314C-4FFA-80A4-A5814EEAB5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Optimized data storage</a:t>
          </a:r>
        </a:p>
      </dgm:t>
    </dgm:pt>
    <dgm:pt modelId="{ED00F2DE-988F-4E73-974C-51B60F3811BA}" type="parTrans" cxnId="{4A4E50BE-3931-4EEE-81B7-407A1EA2C733}">
      <dgm:prSet/>
      <dgm:spPr/>
      <dgm:t>
        <a:bodyPr/>
        <a:lstStyle/>
        <a:p>
          <a:endParaRPr lang="en-US"/>
        </a:p>
      </dgm:t>
    </dgm:pt>
    <dgm:pt modelId="{ECAA8ADA-49C9-47A7-99CE-840F85E3682C}" type="sibTrans" cxnId="{4A4E50BE-3931-4EEE-81B7-407A1EA2C733}">
      <dgm:prSet/>
      <dgm:spPr/>
      <dgm:t>
        <a:bodyPr/>
        <a:lstStyle/>
        <a:p>
          <a:endParaRPr lang="en-US"/>
        </a:p>
      </dgm:t>
    </dgm:pt>
    <dgm:pt modelId="{DE6F741D-2637-4D54-B1CA-33674844128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recovery support</a:t>
          </a:r>
        </a:p>
      </dgm:t>
    </dgm:pt>
    <dgm:pt modelId="{9CC1F7A4-55EA-493B-B0A7-A3975B0A3840}" type="parTrans" cxnId="{371C4ECD-F719-4B7E-8A00-552EB89472B7}">
      <dgm:prSet/>
      <dgm:spPr/>
      <dgm:t>
        <a:bodyPr/>
        <a:lstStyle/>
        <a:p>
          <a:endParaRPr lang="en-US"/>
        </a:p>
      </dgm:t>
    </dgm:pt>
    <dgm:pt modelId="{0D113D81-ECF5-43F6-BE25-0A60318E049B}" type="sibTrans" cxnId="{371C4ECD-F719-4B7E-8A00-552EB89472B7}">
      <dgm:prSet/>
      <dgm:spPr/>
      <dgm:t>
        <a:bodyPr/>
        <a:lstStyle/>
        <a:p>
          <a:endParaRPr lang="en-US"/>
        </a:p>
      </dgm:t>
    </dgm:pt>
    <dgm:pt modelId="{C4B793DF-F79B-4E34-9DBD-26E3ECB6A47A}" type="pres">
      <dgm:prSet presAssocID="{B4D760C6-13A2-46DB-9382-90F12A98B8C8}" presName="root" presStyleCnt="0">
        <dgm:presLayoutVars>
          <dgm:dir/>
          <dgm:resizeHandles val="exact"/>
        </dgm:presLayoutVars>
      </dgm:prSet>
      <dgm:spPr/>
    </dgm:pt>
    <dgm:pt modelId="{B5D9B58C-6DE9-4D5C-B68D-FD86750E363B}" type="pres">
      <dgm:prSet presAssocID="{958F1001-294B-4853-B895-420F5EE6A668}" presName="compNode" presStyleCnt="0"/>
      <dgm:spPr/>
    </dgm:pt>
    <dgm:pt modelId="{C4E88B7D-100B-412C-AC38-B32985BAF91F}" type="pres">
      <dgm:prSet presAssocID="{958F1001-294B-4853-B895-420F5EE6A66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097B37B6-19BE-4EC1-90F3-D8A94CD88A81}" type="pres">
      <dgm:prSet presAssocID="{958F1001-294B-4853-B895-420F5EE6A668}" presName="spaceRect" presStyleCnt="0"/>
      <dgm:spPr/>
    </dgm:pt>
    <dgm:pt modelId="{7C997D42-0A54-472C-BEDE-0E926BBF0DAC}" type="pres">
      <dgm:prSet presAssocID="{958F1001-294B-4853-B895-420F5EE6A668}" presName="textRect" presStyleLbl="revTx" presStyleIdx="0" presStyleCnt="4">
        <dgm:presLayoutVars>
          <dgm:chMax val="1"/>
          <dgm:chPref val="1"/>
        </dgm:presLayoutVars>
      </dgm:prSet>
      <dgm:spPr/>
    </dgm:pt>
    <dgm:pt modelId="{2C667645-ECCB-4F33-AB41-E3689B39CFBC}" type="pres">
      <dgm:prSet presAssocID="{42CCD569-2359-4EF3-BAF2-86569FD0F9D7}" presName="sibTrans" presStyleCnt="0"/>
      <dgm:spPr/>
    </dgm:pt>
    <dgm:pt modelId="{E5CB7CCF-144A-4174-8DC6-F1D99AE89AEF}" type="pres">
      <dgm:prSet presAssocID="{2D285121-AAA4-4058-AE5C-F5011957DE40}" presName="compNode" presStyleCnt="0"/>
      <dgm:spPr/>
    </dgm:pt>
    <dgm:pt modelId="{1E6C47BB-9C50-41F9-B633-46AAE51B0F35}" type="pres">
      <dgm:prSet presAssocID="{2D285121-AAA4-4058-AE5C-F5011957DE4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E2DA8C34-3D10-4868-9B44-2465BA467729}" type="pres">
      <dgm:prSet presAssocID="{2D285121-AAA4-4058-AE5C-F5011957DE40}" presName="spaceRect" presStyleCnt="0"/>
      <dgm:spPr/>
    </dgm:pt>
    <dgm:pt modelId="{0229D90F-5753-4530-B63F-A1E278AA4F6D}" type="pres">
      <dgm:prSet presAssocID="{2D285121-AAA4-4058-AE5C-F5011957DE40}" presName="textRect" presStyleLbl="revTx" presStyleIdx="1" presStyleCnt="4">
        <dgm:presLayoutVars>
          <dgm:chMax val="1"/>
          <dgm:chPref val="1"/>
        </dgm:presLayoutVars>
      </dgm:prSet>
      <dgm:spPr/>
    </dgm:pt>
    <dgm:pt modelId="{4A7D5FA9-C7C6-40FE-8618-32EAB7CE1C1F}" type="pres">
      <dgm:prSet presAssocID="{A794E036-BA8A-409B-B273-1B0B05BF6A7C}" presName="sibTrans" presStyleCnt="0"/>
      <dgm:spPr/>
    </dgm:pt>
    <dgm:pt modelId="{0C136A82-FE98-4453-95D9-4F68D4E6954B}" type="pres">
      <dgm:prSet presAssocID="{2A591165-314C-4FFA-80A4-A5814EEAB5FA}" presName="compNode" presStyleCnt="0"/>
      <dgm:spPr/>
    </dgm:pt>
    <dgm:pt modelId="{378C029E-645B-4819-BAC7-79D4EE8006C5}" type="pres">
      <dgm:prSet presAssocID="{2A591165-314C-4FFA-80A4-A5814EEAB5F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11DF324-FFF1-42B0-96A7-658DD0F0B227}" type="pres">
      <dgm:prSet presAssocID="{2A591165-314C-4FFA-80A4-A5814EEAB5FA}" presName="spaceRect" presStyleCnt="0"/>
      <dgm:spPr/>
    </dgm:pt>
    <dgm:pt modelId="{F495B269-5096-4D0A-9328-35E7D84043D0}" type="pres">
      <dgm:prSet presAssocID="{2A591165-314C-4FFA-80A4-A5814EEAB5FA}" presName="textRect" presStyleLbl="revTx" presStyleIdx="2" presStyleCnt="4">
        <dgm:presLayoutVars>
          <dgm:chMax val="1"/>
          <dgm:chPref val="1"/>
        </dgm:presLayoutVars>
      </dgm:prSet>
      <dgm:spPr/>
    </dgm:pt>
    <dgm:pt modelId="{FD787844-F112-4BAF-9EC2-1A8AC871485F}" type="pres">
      <dgm:prSet presAssocID="{ECAA8ADA-49C9-47A7-99CE-840F85E3682C}" presName="sibTrans" presStyleCnt="0"/>
      <dgm:spPr/>
    </dgm:pt>
    <dgm:pt modelId="{A42434BA-8C68-4818-BB4C-8FB4DAEADDC3}" type="pres">
      <dgm:prSet presAssocID="{DE6F741D-2637-4D54-B1CA-33674844128E}" presName="compNode" presStyleCnt="0"/>
      <dgm:spPr/>
    </dgm:pt>
    <dgm:pt modelId="{47B1DB53-70FA-434D-934D-D7A905E6D421}" type="pres">
      <dgm:prSet presAssocID="{DE6F741D-2637-4D54-B1CA-33674844128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76E85D2A-3E78-45E5-AC77-0BEBB85E69E5}" type="pres">
      <dgm:prSet presAssocID="{DE6F741D-2637-4D54-B1CA-33674844128E}" presName="spaceRect" presStyleCnt="0"/>
      <dgm:spPr/>
    </dgm:pt>
    <dgm:pt modelId="{8F6F735C-E19D-4C5E-B0B7-256A2A7E56FE}" type="pres">
      <dgm:prSet presAssocID="{DE6F741D-2637-4D54-B1CA-33674844128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EC8B600-77DD-4772-B174-2B811A029FB4}" srcId="{B4D760C6-13A2-46DB-9382-90F12A98B8C8}" destId="{2D285121-AAA4-4058-AE5C-F5011957DE40}" srcOrd="1" destOrd="0" parTransId="{CEF8B69F-144A-4519-B5FA-DD6B0EE0A375}" sibTransId="{A794E036-BA8A-409B-B273-1B0B05BF6A7C}"/>
    <dgm:cxn modelId="{52FC2227-8762-4BE4-B83E-E534AF2F8B8B}" type="presOf" srcId="{2D285121-AAA4-4058-AE5C-F5011957DE40}" destId="{0229D90F-5753-4530-B63F-A1E278AA4F6D}" srcOrd="0" destOrd="0" presId="urn:microsoft.com/office/officeart/2018/2/layout/IconLabelList"/>
    <dgm:cxn modelId="{26B88369-4CB3-4656-AB31-CA37E5F08A1D}" type="presOf" srcId="{2A591165-314C-4FFA-80A4-A5814EEAB5FA}" destId="{F495B269-5096-4D0A-9328-35E7D84043D0}" srcOrd="0" destOrd="0" presId="urn:microsoft.com/office/officeart/2018/2/layout/IconLabelList"/>
    <dgm:cxn modelId="{4294C881-5B7C-4805-869C-12675C86B0FD}" type="presOf" srcId="{B4D760C6-13A2-46DB-9382-90F12A98B8C8}" destId="{C4B793DF-F79B-4E34-9DBD-26E3ECB6A47A}" srcOrd="0" destOrd="0" presId="urn:microsoft.com/office/officeart/2018/2/layout/IconLabelList"/>
    <dgm:cxn modelId="{377EB7A3-77F6-4470-A45C-AEEB3F8D96F8}" srcId="{B4D760C6-13A2-46DB-9382-90F12A98B8C8}" destId="{958F1001-294B-4853-B895-420F5EE6A668}" srcOrd="0" destOrd="0" parTransId="{4C63A00A-3ABA-47E8-A022-07F8A6DAA7D6}" sibTransId="{42CCD569-2359-4EF3-BAF2-86569FD0F9D7}"/>
    <dgm:cxn modelId="{43EC92B6-6CB5-41C1-8F84-62647987A9CE}" type="presOf" srcId="{958F1001-294B-4853-B895-420F5EE6A668}" destId="{7C997D42-0A54-472C-BEDE-0E926BBF0DAC}" srcOrd="0" destOrd="0" presId="urn:microsoft.com/office/officeart/2018/2/layout/IconLabelList"/>
    <dgm:cxn modelId="{59D11DBD-7338-4A9D-B4DF-7DE1038AC541}" type="presOf" srcId="{DE6F741D-2637-4D54-B1CA-33674844128E}" destId="{8F6F735C-E19D-4C5E-B0B7-256A2A7E56FE}" srcOrd="0" destOrd="0" presId="urn:microsoft.com/office/officeart/2018/2/layout/IconLabelList"/>
    <dgm:cxn modelId="{4A4E50BE-3931-4EEE-81B7-407A1EA2C733}" srcId="{B4D760C6-13A2-46DB-9382-90F12A98B8C8}" destId="{2A591165-314C-4FFA-80A4-A5814EEAB5FA}" srcOrd="2" destOrd="0" parTransId="{ED00F2DE-988F-4E73-974C-51B60F3811BA}" sibTransId="{ECAA8ADA-49C9-47A7-99CE-840F85E3682C}"/>
    <dgm:cxn modelId="{371C4ECD-F719-4B7E-8A00-552EB89472B7}" srcId="{B4D760C6-13A2-46DB-9382-90F12A98B8C8}" destId="{DE6F741D-2637-4D54-B1CA-33674844128E}" srcOrd="3" destOrd="0" parTransId="{9CC1F7A4-55EA-493B-B0A7-A3975B0A3840}" sibTransId="{0D113D81-ECF5-43F6-BE25-0A60318E049B}"/>
    <dgm:cxn modelId="{3656FA3D-FDA5-424B-9364-25305BCA69FF}" type="presParOf" srcId="{C4B793DF-F79B-4E34-9DBD-26E3ECB6A47A}" destId="{B5D9B58C-6DE9-4D5C-B68D-FD86750E363B}" srcOrd="0" destOrd="0" presId="urn:microsoft.com/office/officeart/2018/2/layout/IconLabelList"/>
    <dgm:cxn modelId="{11510816-DDA3-4D35-A431-59E27BEF14C5}" type="presParOf" srcId="{B5D9B58C-6DE9-4D5C-B68D-FD86750E363B}" destId="{C4E88B7D-100B-412C-AC38-B32985BAF91F}" srcOrd="0" destOrd="0" presId="urn:microsoft.com/office/officeart/2018/2/layout/IconLabelList"/>
    <dgm:cxn modelId="{217E577A-75C7-4665-999C-5E09B7AC7571}" type="presParOf" srcId="{B5D9B58C-6DE9-4D5C-B68D-FD86750E363B}" destId="{097B37B6-19BE-4EC1-90F3-D8A94CD88A81}" srcOrd="1" destOrd="0" presId="urn:microsoft.com/office/officeart/2018/2/layout/IconLabelList"/>
    <dgm:cxn modelId="{F807C35D-8EC4-448B-94B2-9127E6B5A4FE}" type="presParOf" srcId="{B5D9B58C-6DE9-4D5C-B68D-FD86750E363B}" destId="{7C997D42-0A54-472C-BEDE-0E926BBF0DAC}" srcOrd="2" destOrd="0" presId="urn:microsoft.com/office/officeart/2018/2/layout/IconLabelList"/>
    <dgm:cxn modelId="{9E6B1029-5F23-4539-B09B-05CB67CB85BC}" type="presParOf" srcId="{C4B793DF-F79B-4E34-9DBD-26E3ECB6A47A}" destId="{2C667645-ECCB-4F33-AB41-E3689B39CFBC}" srcOrd="1" destOrd="0" presId="urn:microsoft.com/office/officeart/2018/2/layout/IconLabelList"/>
    <dgm:cxn modelId="{C2522437-BD69-469B-96E9-5A573376E31D}" type="presParOf" srcId="{C4B793DF-F79B-4E34-9DBD-26E3ECB6A47A}" destId="{E5CB7CCF-144A-4174-8DC6-F1D99AE89AEF}" srcOrd="2" destOrd="0" presId="urn:microsoft.com/office/officeart/2018/2/layout/IconLabelList"/>
    <dgm:cxn modelId="{1A40FEF6-D346-4A61-A403-4686D10E722B}" type="presParOf" srcId="{E5CB7CCF-144A-4174-8DC6-F1D99AE89AEF}" destId="{1E6C47BB-9C50-41F9-B633-46AAE51B0F35}" srcOrd="0" destOrd="0" presId="urn:microsoft.com/office/officeart/2018/2/layout/IconLabelList"/>
    <dgm:cxn modelId="{A20239C5-5D79-4B59-8919-9E32D09601C0}" type="presParOf" srcId="{E5CB7CCF-144A-4174-8DC6-F1D99AE89AEF}" destId="{E2DA8C34-3D10-4868-9B44-2465BA467729}" srcOrd="1" destOrd="0" presId="urn:microsoft.com/office/officeart/2018/2/layout/IconLabelList"/>
    <dgm:cxn modelId="{E94E4256-E17D-49B7-9F4D-3686BF91E450}" type="presParOf" srcId="{E5CB7CCF-144A-4174-8DC6-F1D99AE89AEF}" destId="{0229D90F-5753-4530-B63F-A1E278AA4F6D}" srcOrd="2" destOrd="0" presId="urn:microsoft.com/office/officeart/2018/2/layout/IconLabelList"/>
    <dgm:cxn modelId="{93A814C2-D18C-4A44-804A-7524D2B35BAC}" type="presParOf" srcId="{C4B793DF-F79B-4E34-9DBD-26E3ECB6A47A}" destId="{4A7D5FA9-C7C6-40FE-8618-32EAB7CE1C1F}" srcOrd="3" destOrd="0" presId="urn:microsoft.com/office/officeart/2018/2/layout/IconLabelList"/>
    <dgm:cxn modelId="{4B949DEE-2BF2-42F3-936B-CED5F3CFEF0D}" type="presParOf" srcId="{C4B793DF-F79B-4E34-9DBD-26E3ECB6A47A}" destId="{0C136A82-FE98-4453-95D9-4F68D4E6954B}" srcOrd="4" destOrd="0" presId="urn:microsoft.com/office/officeart/2018/2/layout/IconLabelList"/>
    <dgm:cxn modelId="{0C6ABD3F-CFC5-4545-B518-AC440C66EF48}" type="presParOf" srcId="{0C136A82-FE98-4453-95D9-4F68D4E6954B}" destId="{378C029E-645B-4819-BAC7-79D4EE8006C5}" srcOrd="0" destOrd="0" presId="urn:microsoft.com/office/officeart/2018/2/layout/IconLabelList"/>
    <dgm:cxn modelId="{06B416E7-5CE0-41F0-9DF2-51FA2BEEE641}" type="presParOf" srcId="{0C136A82-FE98-4453-95D9-4F68D4E6954B}" destId="{011DF324-FFF1-42B0-96A7-658DD0F0B227}" srcOrd="1" destOrd="0" presId="urn:microsoft.com/office/officeart/2018/2/layout/IconLabelList"/>
    <dgm:cxn modelId="{98D42550-68E1-4423-B5AB-37D4E7C1C4B0}" type="presParOf" srcId="{0C136A82-FE98-4453-95D9-4F68D4E6954B}" destId="{F495B269-5096-4D0A-9328-35E7D84043D0}" srcOrd="2" destOrd="0" presId="urn:microsoft.com/office/officeart/2018/2/layout/IconLabelList"/>
    <dgm:cxn modelId="{BDA7F387-1256-4E65-884D-4E774365C80D}" type="presParOf" srcId="{C4B793DF-F79B-4E34-9DBD-26E3ECB6A47A}" destId="{FD787844-F112-4BAF-9EC2-1A8AC871485F}" srcOrd="5" destOrd="0" presId="urn:microsoft.com/office/officeart/2018/2/layout/IconLabelList"/>
    <dgm:cxn modelId="{875183B3-0A56-4BE0-A001-411417801748}" type="presParOf" srcId="{C4B793DF-F79B-4E34-9DBD-26E3ECB6A47A}" destId="{A42434BA-8C68-4818-BB4C-8FB4DAEADDC3}" srcOrd="6" destOrd="0" presId="urn:microsoft.com/office/officeart/2018/2/layout/IconLabelList"/>
    <dgm:cxn modelId="{ED601FD3-6295-495F-A650-EAB257E048D4}" type="presParOf" srcId="{A42434BA-8C68-4818-BB4C-8FB4DAEADDC3}" destId="{47B1DB53-70FA-434D-934D-D7A905E6D421}" srcOrd="0" destOrd="0" presId="urn:microsoft.com/office/officeart/2018/2/layout/IconLabelList"/>
    <dgm:cxn modelId="{982112F5-D058-452F-AFD9-0EFD35C17959}" type="presParOf" srcId="{A42434BA-8C68-4818-BB4C-8FB4DAEADDC3}" destId="{76E85D2A-3E78-45E5-AC77-0BEBB85E69E5}" srcOrd="1" destOrd="0" presId="urn:microsoft.com/office/officeart/2018/2/layout/IconLabelList"/>
    <dgm:cxn modelId="{C5ADC65E-E6A2-45EE-97A3-CA8A9CCEC2D2}" type="presParOf" srcId="{A42434BA-8C68-4818-BB4C-8FB4DAEADDC3}" destId="{8F6F735C-E19D-4C5E-B0B7-256A2A7E56F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3FA47B-B177-4018-A707-D7D66C0F19E7}">
      <dsp:nvSpPr>
        <dsp:cNvPr id="0" name=""/>
        <dsp:cNvSpPr/>
      </dsp:nvSpPr>
      <dsp:spPr>
        <a:xfrm>
          <a:off x="1282536" y="617734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DD6993-0A89-4604-98EB-6D969761818E}">
      <dsp:nvSpPr>
        <dsp:cNvPr id="0" name=""/>
        <dsp:cNvSpPr/>
      </dsp:nvSpPr>
      <dsp:spPr>
        <a:xfrm>
          <a:off x="787536" y="175128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Data Security</a:t>
          </a:r>
          <a:endParaRPr lang="en-US" sz="1700" kern="1200"/>
        </a:p>
      </dsp:txBody>
      <dsp:txXfrm>
        <a:off x="787536" y="1751289"/>
        <a:ext cx="1800000" cy="720000"/>
      </dsp:txXfrm>
    </dsp:sp>
    <dsp:sp modelId="{CCB85027-9931-4BEC-B41B-C6E1DC7804F5}">
      <dsp:nvSpPr>
        <dsp:cNvPr id="0" name=""/>
        <dsp:cNvSpPr/>
      </dsp:nvSpPr>
      <dsp:spPr>
        <a:xfrm>
          <a:off x="3397536" y="617734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6A6F02-8F16-4601-86F7-BAE8C4429CFD}">
      <dsp:nvSpPr>
        <dsp:cNvPr id="0" name=""/>
        <dsp:cNvSpPr/>
      </dsp:nvSpPr>
      <dsp:spPr>
        <a:xfrm>
          <a:off x="2902536" y="175128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On-Demand Scalability</a:t>
          </a:r>
          <a:endParaRPr lang="en-US" sz="1700" kern="1200"/>
        </a:p>
      </dsp:txBody>
      <dsp:txXfrm>
        <a:off x="2902536" y="1751289"/>
        <a:ext cx="1800000" cy="720000"/>
      </dsp:txXfrm>
    </dsp:sp>
    <dsp:sp modelId="{1C948AF1-7903-4A0A-A987-9CDC0E4E34B9}">
      <dsp:nvSpPr>
        <dsp:cNvPr id="0" name=""/>
        <dsp:cNvSpPr/>
      </dsp:nvSpPr>
      <dsp:spPr>
        <a:xfrm>
          <a:off x="5512536" y="617734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810053-E484-4521-9FCC-D1DF87610312}">
      <dsp:nvSpPr>
        <dsp:cNvPr id="0" name=""/>
        <dsp:cNvSpPr/>
      </dsp:nvSpPr>
      <dsp:spPr>
        <a:xfrm>
          <a:off x="5017536" y="175128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High Performance</a:t>
          </a:r>
          <a:endParaRPr lang="en-US" sz="1700" kern="1200"/>
        </a:p>
      </dsp:txBody>
      <dsp:txXfrm>
        <a:off x="5017536" y="1751289"/>
        <a:ext cx="1800000" cy="720000"/>
      </dsp:txXfrm>
    </dsp:sp>
    <dsp:sp modelId="{E4D04E8D-F998-4B1E-819A-CE70DB860D0C}">
      <dsp:nvSpPr>
        <dsp:cNvPr id="0" name=""/>
        <dsp:cNvSpPr/>
      </dsp:nvSpPr>
      <dsp:spPr>
        <a:xfrm>
          <a:off x="7627536" y="617734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C75F94-2FA8-4CA1-9AD6-DE083BD93346}">
      <dsp:nvSpPr>
        <dsp:cNvPr id="0" name=""/>
        <dsp:cNvSpPr/>
      </dsp:nvSpPr>
      <dsp:spPr>
        <a:xfrm>
          <a:off x="7132536" y="175128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Round-The-Clock Uptime</a:t>
          </a:r>
          <a:endParaRPr lang="en-US" sz="1700" kern="1200"/>
        </a:p>
      </dsp:txBody>
      <dsp:txXfrm>
        <a:off x="7132536" y="1751289"/>
        <a:ext cx="1800000" cy="720000"/>
      </dsp:txXfrm>
    </dsp:sp>
    <dsp:sp modelId="{114117A1-5F3A-4988-895E-C3E27DA52A50}">
      <dsp:nvSpPr>
        <dsp:cNvPr id="0" name=""/>
        <dsp:cNvSpPr/>
      </dsp:nvSpPr>
      <dsp:spPr>
        <a:xfrm>
          <a:off x="2340036" y="2921289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04DB9D-E53F-4BEE-BE2D-81D7BF1E98A5}">
      <dsp:nvSpPr>
        <dsp:cNvPr id="0" name=""/>
        <dsp:cNvSpPr/>
      </dsp:nvSpPr>
      <dsp:spPr>
        <a:xfrm>
          <a:off x="1845036" y="4054843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Comprehensive Transactional Support</a:t>
          </a:r>
          <a:endParaRPr lang="en-US" sz="1700" kern="1200"/>
        </a:p>
      </dsp:txBody>
      <dsp:txXfrm>
        <a:off x="1845036" y="4054843"/>
        <a:ext cx="1800000" cy="720000"/>
      </dsp:txXfrm>
    </dsp:sp>
    <dsp:sp modelId="{2A821700-1379-48CB-AA5C-3F9957EE086A}">
      <dsp:nvSpPr>
        <dsp:cNvPr id="0" name=""/>
        <dsp:cNvSpPr/>
      </dsp:nvSpPr>
      <dsp:spPr>
        <a:xfrm>
          <a:off x="4455036" y="2921289"/>
          <a:ext cx="810000" cy="81000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FADC45-D818-4017-B1B9-58A7ABF0E122}">
      <dsp:nvSpPr>
        <dsp:cNvPr id="0" name=""/>
        <dsp:cNvSpPr/>
      </dsp:nvSpPr>
      <dsp:spPr>
        <a:xfrm>
          <a:off x="3960036" y="4054843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Complete Workflow Control</a:t>
          </a:r>
          <a:endParaRPr lang="en-US" sz="1700" kern="1200"/>
        </a:p>
      </dsp:txBody>
      <dsp:txXfrm>
        <a:off x="3960036" y="4054843"/>
        <a:ext cx="1800000" cy="720000"/>
      </dsp:txXfrm>
    </dsp:sp>
    <dsp:sp modelId="{A051948C-1649-4FB8-8D40-A1A0CA35EF83}">
      <dsp:nvSpPr>
        <dsp:cNvPr id="0" name=""/>
        <dsp:cNvSpPr/>
      </dsp:nvSpPr>
      <dsp:spPr>
        <a:xfrm>
          <a:off x="6570036" y="2921289"/>
          <a:ext cx="810000" cy="810000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3AC543-7B76-4DA2-A57E-8316D508A460}">
      <dsp:nvSpPr>
        <dsp:cNvPr id="0" name=""/>
        <dsp:cNvSpPr/>
      </dsp:nvSpPr>
      <dsp:spPr>
        <a:xfrm>
          <a:off x="6075036" y="4054843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Reduced Total Cost Of Ownership</a:t>
          </a:r>
          <a:endParaRPr lang="en-US" sz="1700" kern="1200"/>
        </a:p>
      </dsp:txBody>
      <dsp:txXfrm>
        <a:off x="6075036" y="4054843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A6343B-55E7-440A-BBDE-4A0877F26186}">
      <dsp:nvSpPr>
        <dsp:cNvPr id="0" name=""/>
        <dsp:cNvSpPr/>
      </dsp:nvSpPr>
      <dsp:spPr>
        <a:xfrm>
          <a:off x="759402" y="560"/>
          <a:ext cx="3016880" cy="181012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PostgreSQL can run dynamic websites and web apps as a LAMP stack option</a:t>
          </a:r>
        </a:p>
      </dsp:txBody>
      <dsp:txXfrm>
        <a:off x="759402" y="560"/>
        <a:ext cx="3016880" cy="1810128"/>
      </dsp:txXfrm>
    </dsp:sp>
    <dsp:sp modelId="{21FBCE45-DFEF-40C1-A027-5B6EE0DC5F65}">
      <dsp:nvSpPr>
        <dsp:cNvPr id="0" name=""/>
        <dsp:cNvSpPr/>
      </dsp:nvSpPr>
      <dsp:spPr>
        <a:xfrm>
          <a:off x="4077971" y="560"/>
          <a:ext cx="3016880" cy="181012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PostgreSQL's write-ahead logging makes it a highly fault-tolerant database</a:t>
          </a:r>
        </a:p>
      </dsp:txBody>
      <dsp:txXfrm>
        <a:off x="4077971" y="560"/>
        <a:ext cx="3016880" cy="1810128"/>
      </dsp:txXfrm>
    </dsp:sp>
    <dsp:sp modelId="{DE6224D8-068D-4DA5-91ED-C536B45D1893}">
      <dsp:nvSpPr>
        <dsp:cNvPr id="0" name=""/>
        <dsp:cNvSpPr/>
      </dsp:nvSpPr>
      <dsp:spPr>
        <a:xfrm>
          <a:off x="7396539" y="560"/>
          <a:ext cx="3016880" cy="181012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PostgreSQL source code is freely available under an open source license. This allows you the freedom to use, modify, and implement it as per your business needs.</a:t>
          </a:r>
        </a:p>
      </dsp:txBody>
      <dsp:txXfrm>
        <a:off x="7396539" y="560"/>
        <a:ext cx="3016880" cy="1810128"/>
      </dsp:txXfrm>
    </dsp:sp>
    <dsp:sp modelId="{923DC283-EAA1-4328-8369-49DE73459A3C}">
      <dsp:nvSpPr>
        <dsp:cNvPr id="0" name=""/>
        <dsp:cNvSpPr/>
      </dsp:nvSpPr>
      <dsp:spPr>
        <a:xfrm>
          <a:off x="759402" y="2112376"/>
          <a:ext cx="3016880" cy="181012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PostgreSQL supports geographic objects so you can use it for location-based services and geographic information systems</a:t>
          </a:r>
        </a:p>
      </dsp:txBody>
      <dsp:txXfrm>
        <a:off x="759402" y="2112376"/>
        <a:ext cx="3016880" cy="1810128"/>
      </dsp:txXfrm>
    </dsp:sp>
    <dsp:sp modelId="{96CCF565-CB39-4B17-855F-F1E5E958CCE0}">
      <dsp:nvSpPr>
        <dsp:cNvPr id="0" name=""/>
        <dsp:cNvSpPr/>
      </dsp:nvSpPr>
      <dsp:spPr>
        <a:xfrm>
          <a:off x="4077971" y="2112376"/>
          <a:ext cx="3016880" cy="181012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PostgreSQL supports geographic objects so it can be used as a geospatial data store for location-based services and geographic information systems</a:t>
          </a:r>
        </a:p>
      </dsp:txBody>
      <dsp:txXfrm>
        <a:off x="4077971" y="2112376"/>
        <a:ext cx="3016880" cy="1810128"/>
      </dsp:txXfrm>
    </dsp:sp>
    <dsp:sp modelId="{AFD47026-E920-4728-A3BB-741A25CA91AD}">
      <dsp:nvSpPr>
        <dsp:cNvPr id="0" name=""/>
        <dsp:cNvSpPr/>
      </dsp:nvSpPr>
      <dsp:spPr>
        <a:xfrm>
          <a:off x="7396539" y="2112376"/>
          <a:ext cx="3016880" cy="181012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To learn Postgres, you don't need much training as its easy to use</a:t>
          </a:r>
        </a:p>
      </dsp:txBody>
      <dsp:txXfrm>
        <a:off x="7396539" y="2112376"/>
        <a:ext cx="3016880" cy="1810128"/>
      </dsp:txXfrm>
    </dsp:sp>
    <dsp:sp modelId="{81D50192-76FB-4B22-91A8-B1B91E61137A}">
      <dsp:nvSpPr>
        <dsp:cNvPr id="0" name=""/>
        <dsp:cNvSpPr/>
      </dsp:nvSpPr>
      <dsp:spPr>
        <a:xfrm>
          <a:off x="4077971" y="4224192"/>
          <a:ext cx="3016880" cy="181012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Low maintenance and administration for both embedded and enterprise use of PostgreSQL</a:t>
          </a:r>
        </a:p>
      </dsp:txBody>
      <dsp:txXfrm>
        <a:off x="4077971" y="4224192"/>
        <a:ext cx="3016880" cy="18101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E88B7D-100B-412C-AC38-B32985BAF91F}">
      <dsp:nvSpPr>
        <dsp:cNvPr id="0" name=""/>
        <dsp:cNvSpPr/>
      </dsp:nvSpPr>
      <dsp:spPr>
        <a:xfrm>
          <a:off x="790625" y="1607500"/>
          <a:ext cx="921376" cy="9213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997D42-0A54-472C-BEDE-0E926BBF0DAC}">
      <dsp:nvSpPr>
        <dsp:cNvPr id="0" name=""/>
        <dsp:cNvSpPr/>
      </dsp:nvSpPr>
      <dsp:spPr>
        <a:xfrm>
          <a:off x="227562" y="2838858"/>
          <a:ext cx="204750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Increases data security</a:t>
          </a:r>
        </a:p>
      </dsp:txBody>
      <dsp:txXfrm>
        <a:off x="227562" y="2838858"/>
        <a:ext cx="2047502" cy="720000"/>
      </dsp:txXfrm>
    </dsp:sp>
    <dsp:sp modelId="{1E6C47BB-9C50-41F9-B633-46AAE51B0F35}">
      <dsp:nvSpPr>
        <dsp:cNvPr id="0" name=""/>
        <dsp:cNvSpPr/>
      </dsp:nvSpPr>
      <dsp:spPr>
        <a:xfrm>
          <a:off x="3196440" y="1607500"/>
          <a:ext cx="921376" cy="9213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29D90F-5753-4530-B63F-A1E278AA4F6D}">
      <dsp:nvSpPr>
        <dsp:cNvPr id="0" name=""/>
        <dsp:cNvSpPr/>
      </dsp:nvSpPr>
      <dsp:spPr>
        <a:xfrm>
          <a:off x="2633377" y="2838858"/>
          <a:ext cx="204750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Ease of configuration</a:t>
          </a:r>
        </a:p>
      </dsp:txBody>
      <dsp:txXfrm>
        <a:off x="2633377" y="2838858"/>
        <a:ext cx="2047502" cy="720000"/>
      </dsp:txXfrm>
    </dsp:sp>
    <dsp:sp modelId="{378C029E-645B-4819-BAC7-79D4EE8006C5}">
      <dsp:nvSpPr>
        <dsp:cNvPr id="0" name=""/>
        <dsp:cNvSpPr/>
      </dsp:nvSpPr>
      <dsp:spPr>
        <a:xfrm>
          <a:off x="5602256" y="1607500"/>
          <a:ext cx="921376" cy="9213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95B269-5096-4D0A-9328-35E7D84043D0}">
      <dsp:nvSpPr>
        <dsp:cNvPr id="0" name=""/>
        <dsp:cNvSpPr/>
      </dsp:nvSpPr>
      <dsp:spPr>
        <a:xfrm>
          <a:off x="5039192" y="2838858"/>
          <a:ext cx="204750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Optimized data storage</a:t>
          </a:r>
        </a:p>
      </dsp:txBody>
      <dsp:txXfrm>
        <a:off x="5039192" y="2838858"/>
        <a:ext cx="2047502" cy="720000"/>
      </dsp:txXfrm>
    </dsp:sp>
    <dsp:sp modelId="{47B1DB53-70FA-434D-934D-D7A905E6D421}">
      <dsp:nvSpPr>
        <dsp:cNvPr id="0" name=""/>
        <dsp:cNvSpPr/>
      </dsp:nvSpPr>
      <dsp:spPr>
        <a:xfrm>
          <a:off x="8008071" y="1607500"/>
          <a:ext cx="921376" cy="92137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6F735C-E19D-4C5E-B0B7-256A2A7E56FE}">
      <dsp:nvSpPr>
        <dsp:cNvPr id="0" name=""/>
        <dsp:cNvSpPr/>
      </dsp:nvSpPr>
      <dsp:spPr>
        <a:xfrm>
          <a:off x="7445008" y="2838858"/>
          <a:ext cx="204750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Data recovery support</a:t>
          </a:r>
        </a:p>
      </dsp:txBody>
      <dsp:txXfrm>
        <a:off x="7445008" y="2838858"/>
        <a:ext cx="204750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3/24/2021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3/24/2021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3/24/2021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3/24/2021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3/24/2021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3/24/2021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3/24/2021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3/24/2021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3/24/2021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3/24/2021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3/24/2021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3/24/2021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Checkpoint DATABASE</a:t>
            </a:r>
          </a:p>
        </p:txBody>
      </p:sp>
    </p:spTree>
    <p:extLst>
      <p:ext uri="{BB962C8B-B14F-4D97-AF65-F5344CB8AC3E}">
        <p14:creationId xmlns:p14="http://schemas.microsoft.com/office/powerpoint/2010/main" val="690163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BA0C938-1486-4635-9F6C-44D521FA6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2A7ABB-6A86-4A02-A072-FA82CDCE5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928" y="484632"/>
            <a:ext cx="11244036" cy="5880916"/>
          </a:xfrm>
          <a:prstGeom prst="rect">
            <a:avLst/>
          </a:prstGeom>
          <a:solidFill>
            <a:schemeClr val="bg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3754CC-F59E-4A25-B282-3AE4A6044E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5356" y="806365"/>
            <a:ext cx="7020747" cy="5229630"/>
          </a:xfrm>
        </p:spPr>
        <p:txBody>
          <a:bodyPr>
            <a:normAutofit/>
          </a:bodyPr>
          <a:lstStyle/>
          <a:p>
            <a:pPr algn="l"/>
            <a:r>
              <a:rPr lang="en-US" sz="6600">
                <a:ea typeface="+mj-lt"/>
                <a:cs typeface="+mj-lt"/>
              </a:rPr>
              <a:t>MYSQL</a:t>
            </a:r>
            <a:endParaRPr lang="en-US" sz="66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916720-6D22-4D4B-BC19-23008C7DD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600200"/>
            <a:ext cx="0" cy="3657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286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663A7-3649-43DB-A52C-13011ADCD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What is MYSQL?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B463E-D795-4A51-942D-9A3E2B4B3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38376"/>
            <a:ext cx="10220135" cy="4070984"/>
          </a:xfrm>
        </p:spPr>
        <p:txBody>
          <a:bodyPr vert="horz" lIns="45720" tIns="45720" rIns="45720" bIns="45720" rtlCol="0" anchor="ctr">
            <a:normAutofit/>
          </a:bodyPr>
          <a:lstStyle/>
          <a:p>
            <a:pPr algn="just">
              <a:buFont typeface="Wingdings" panose="020B0602020104020603" pitchFamily="34" charset="0"/>
              <a:buChar char="q"/>
            </a:pPr>
            <a:r>
              <a:rPr lang="en-US" dirty="0">
                <a:ea typeface="+mn-lt"/>
                <a:cs typeface="+mn-lt"/>
              </a:rPr>
              <a:t>a multithreaded, multi-user SQL database management system.</a:t>
            </a:r>
            <a:endParaRPr lang="en-US"/>
          </a:p>
          <a:p>
            <a:pPr algn="just">
              <a:buFont typeface="Wingdings" panose="020B0602020104020603" pitchFamily="34" charset="0"/>
              <a:buChar char="q"/>
            </a:pPr>
            <a:r>
              <a:rPr lang="en-US" dirty="0">
                <a:ea typeface="+mn-lt"/>
                <a:cs typeface="+mn-lt"/>
              </a:rPr>
              <a:t>A Database Management System which is available for both Linux and Windows.</a:t>
            </a:r>
          </a:p>
          <a:p>
            <a:pPr algn="just">
              <a:buFont typeface="Wingdings" panose="020B0602020104020603" pitchFamily="34" charset="0"/>
              <a:buChar char="q"/>
            </a:pPr>
            <a:r>
              <a:rPr lang="en-US" dirty="0">
                <a:ea typeface="+mn-lt"/>
                <a:cs typeface="+mn-lt"/>
              </a:rPr>
              <a:t>Popular Open Source Database. </a:t>
            </a:r>
          </a:p>
          <a:p>
            <a:pPr algn="just">
              <a:buFont typeface="Wingdings" panose="020B0602020104020603" pitchFamily="34" charset="0"/>
              <a:buChar char="q"/>
            </a:pPr>
            <a:r>
              <a:rPr lang="en-US" dirty="0">
                <a:ea typeface="+mn-lt"/>
                <a:cs typeface="+mn-lt"/>
              </a:rPr>
              <a:t>a relational database management system (RDBMS) that has more than 6 million installations.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338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7">
            <a:extLst>
              <a:ext uri="{FF2B5EF4-FFF2-40B4-BE49-F238E27FC236}">
                <a16:creationId xmlns:a16="http://schemas.microsoft.com/office/drawing/2014/main" id="{4BA0C938-1486-4635-9F6C-44D521FA6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942A7ABB-6A86-4A02-A072-FA82CDCE5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928" y="484632"/>
            <a:ext cx="11244036" cy="5880916"/>
          </a:xfrm>
          <a:prstGeom prst="rect">
            <a:avLst/>
          </a:prstGeom>
          <a:solidFill>
            <a:schemeClr val="bg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1F927-A181-4670-B6C6-CE4363EDA5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5356" y="806365"/>
            <a:ext cx="7223153" cy="4908162"/>
          </a:xfrm>
        </p:spPr>
        <p:txBody>
          <a:bodyPr>
            <a:normAutofit/>
          </a:bodyPr>
          <a:lstStyle/>
          <a:p>
            <a:pPr algn="l"/>
            <a:r>
              <a:rPr lang="en-US" sz="6600">
                <a:ea typeface="+mj-lt"/>
                <a:cs typeface="+mj-lt"/>
              </a:rPr>
              <a:t>Advantages of Using MySQL</a:t>
            </a:r>
            <a:endParaRPr lang="en-US"/>
          </a:p>
        </p:txBody>
      </p:sp>
      <p:cxnSp>
        <p:nvCxnSpPr>
          <p:cNvPr id="11" name="Straight Connector 11">
            <a:extLst>
              <a:ext uri="{FF2B5EF4-FFF2-40B4-BE49-F238E27FC236}">
                <a16:creationId xmlns:a16="http://schemas.microsoft.com/office/drawing/2014/main" id="{B6916720-6D22-4D4B-BC19-23008C7DD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600200"/>
            <a:ext cx="0" cy="3657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9663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ECD6E95-AA7F-4875-884D-F9C35B15189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24128" y="916782"/>
          <a:ext cx="9720073" cy="53925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2963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BA0C938-1486-4635-9F6C-44D521FA6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2A7ABB-6A86-4A02-A072-FA82CDCE5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928" y="484632"/>
            <a:ext cx="11244036" cy="5880916"/>
          </a:xfrm>
          <a:prstGeom prst="rect">
            <a:avLst/>
          </a:prstGeom>
          <a:solidFill>
            <a:schemeClr val="bg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A12321-28B9-4795-AABE-C4D1519992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5356" y="806365"/>
            <a:ext cx="7020747" cy="5229630"/>
          </a:xfrm>
        </p:spPr>
        <p:txBody>
          <a:bodyPr>
            <a:normAutofit/>
          </a:bodyPr>
          <a:lstStyle/>
          <a:p>
            <a:pPr algn="l"/>
            <a:r>
              <a:rPr lang="en-US" sz="6600" b="1" dirty="0">
                <a:ea typeface="+mj-lt"/>
                <a:cs typeface="+mj-lt"/>
              </a:rPr>
              <a:t> POSTGRESQL?</a:t>
            </a:r>
            <a:endParaRPr lang="en-US" sz="66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916720-6D22-4D4B-BC19-23008C7DD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600200"/>
            <a:ext cx="0" cy="3657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7143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C4BCE-D275-4887-BA11-9DCB7C6D5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WHAT IS PostgreSQL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8F544-0D89-4753-A2DE-266A99BA3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45720" tIns="45720" rIns="45720" bIns="45720" rtlCol="0" anchor="ctr">
            <a:normAutofit/>
          </a:bodyPr>
          <a:lstStyle/>
          <a:p>
            <a:pPr>
              <a:buFont typeface="Arial" panose="020B0602020104020603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PostgreSQL is a powerful, open source object-relational database system with over 30 years of active development that has earned it a strong reputation for reliability, feature robustness, and performance.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is available for Linux, UNIX (AIX, BSD, HP-UX, SGI IRIX, Mac OS X, Solaris, Tru64) et Windows.</a:t>
            </a:r>
            <a:endParaRPr lang="en-US" dirty="0"/>
          </a:p>
          <a:p>
            <a:pPr marL="0" indent="0" algn="ctr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13829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A0C938-1486-4635-9F6C-44D521FA6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2A7ABB-6A86-4A02-A072-FA82CDCE5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928" y="484632"/>
            <a:ext cx="11244036" cy="5880916"/>
          </a:xfrm>
          <a:prstGeom prst="rect">
            <a:avLst/>
          </a:prstGeom>
          <a:solidFill>
            <a:schemeClr val="bg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966A2F-B846-4D9E-898C-3F3C878B61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5356" y="806365"/>
            <a:ext cx="7020747" cy="5229630"/>
          </a:xfrm>
        </p:spPr>
        <p:txBody>
          <a:bodyPr>
            <a:normAutofit/>
          </a:bodyPr>
          <a:lstStyle/>
          <a:p>
            <a:pPr algn="l"/>
            <a:r>
              <a:rPr lang="en-US" sz="6600" dirty="0"/>
              <a:t>Advantages of PostgreSQL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6916720-6D22-4D4B-BC19-23008C7DD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600200"/>
            <a:ext cx="0" cy="3657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1436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616E5E72-789F-434F-AD6A-EFDE39B030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5227048"/>
              </p:ext>
            </p:extLst>
          </p:nvPr>
        </p:nvGraphicFramePr>
        <p:xfrm>
          <a:off x="523876" y="273844"/>
          <a:ext cx="11172823" cy="6034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68993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6">
            <a:extLst>
              <a:ext uri="{FF2B5EF4-FFF2-40B4-BE49-F238E27FC236}">
                <a16:creationId xmlns:a16="http://schemas.microsoft.com/office/drawing/2014/main" id="{4BA0C938-1486-4635-9F6C-44D521FA6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942A7ABB-6A86-4A02-A072-FA82CDCE5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928" y="484632"/>
            <a:ext cx="11244036" cy="5880916"/>
          </a:xfrm>
          <a:prstGeom prst="rect">
            <a:avLst/>
          </a:prstGeom>
          <a:solidFill>
            <a:schemeClr val="bg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D91CE8-599E-4830-99CD-DD19C76CC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5356" y="806365"/>
            <a:ext cx="7020747" cy="5229630"/>
          </a:xfrm>
        </p:spPr>
        <p:txBody>
          <a:bodyPr>
            <a:normAutofit/>
          </a:bodyPr>
          <a:lstStyle/>
          <a:p>
            <a:pPr algn="l"/>
            <a:r>
              <a:rPr lang="en-US" sz="6600"/>
              <a:t>SQL_SERVER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916720-6D22-4D4B-BC19-23008C7DD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600200"/>
            <a:ext cx="0" cy="3657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3533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FEA0E-9A95-45FC-9944-CB9D3D121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SQL_SERVER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735B5-E190-41AB-A1B4-D59F72D7B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45720" tIns="45720" rIns="45720" bIns="45720" rtlCol="0" anchor="t">
            <a:normAutofit/>
          </a:bodyPr>
          <a:lstStyle/>
          <a:p>
            <a:pPr>
              <a:buFont typeface="Wingdings" panose="020B0602020104020603" pitchFamily="34" charset="0"/>
              <a:buChar char="q"/>
            </a:pPr>
            <a:r>
              <a:rPr lang="en-US" dirty="0">
                <a:ea typeface="+mn-lt"/>
                <a:cs typeface="+mn-lt"/>
              </a:rPr>
              <a:t>SQL Server is a relational database management system</a:t>
            </a:r>
            <a:endParaRPr lang="en-US"/>
          </a:p>
          <a:p>
            <a:pPr>
              <a:buFont typeface="Wingdings" panose="020B0602020104020603" pitchFamily="34" charset="0"/>
              <a:buChar char="q"/>
            </a:pPr>
            <a:r>
              <a:rPr lang="en-US" dirty="0">
                <a:ea typeface="+mn-lt"/>
                <a:cs typeface="+mn-lt"/>
              </a:rPr>
              <a:t>Databases contain objects and data</a:t>
            </a:r>
          </a:p>
          <a:p>
            <a:pPr>
              <a:buFont typeface="Wingdings" panose="020B0602020104020603" pitchFamily="34" charset="0"/>
              <a:buChar char="q"/>
            </a:pPr>
            <a:r>
              <a:rPr lang="en-US" dirty="0">
                <a:ea typeface="+mn-lt"/>
                <a:cs typeface="+mn-lt"/>
              </a:rPr>
              <a:t>Each database has multiple tables</a:t>
            </a:r>
          </a:p>
          <a:p>
            <a:pPr>
              <a:buFont typeface="Wingdings" panose="020B0602020104020603" pitchFamily="34" charset="0"/>
              <a:buChar char="q"/>
            </a:pPr>
            <a:r>
              <a:rPr lang="en-US" dirty="0">
                <a:ea typeface="+mn-lt"/>
                <a:cs typeface="+mn-lt"/>
              </a:rPr>
              <a:t>Tables are joined together to extract meaningful information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992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BA0C938-1486-4635-9F6C-44D521FA6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2A7ABB-6A86-4A02-A072-FA82CDCE5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928" y="484632"/>
            <a:ext cx="11244036" cy="5880916"/>
          </a:xfrm>
          <a:prstGeom prst="rect">
            <a:avLst/>
          </a:prstGeom>
          <a:solidFill>
            <a:schemeClr val="bg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C72100-531B-4ECF-BFAB-8747DBB4DA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5356" y="806365"/>
            <a:ext cx="7020747" cy="5229630"/>
          </a:xfrm>
        </p:spPr>
        <p:txBody>
          <a:bodyPr>
            <a:normAutofit/>
          </a:bodyPr>
          <a:lstStyle/>
          <a:p>
            <a:pPr algn="l"/>
            <a:r>
              <a:rPr lang="en-US" sz="6600"/>
              <a:t>Advantages of sql_server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916720-6D22-4D4B-BC19-23008C7DD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600200"/>
            <a:ext cx="0" cy="3657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8449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4CF8514-B4AE-41FF-9EB8-AC3BC7904FB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24128" y="1143001"/>
          <a:ext cx="9720073" cy="51663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513061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28C31-26EA-4984-BEB1-42E0974B27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FC56A2-6856-4EB5-9B1D-B13307D830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685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Table&#10;&#10;Description automatically generated">
            <a:extLst>
              <a:ext uri="{FF2B5EF4-FFF2-40B4-BE49-F238E27FC236}">
                <a16:creationId xmlns:a16="http://schemas.microsoft.com/office/drawing/2014/main" id="{FC75B038-A179-4305-9087-A90D85F596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4128" y="439893"/>
            <a:ext cx="9993916" cy="5417667"/>
          </a:xfrm>
        </p:spPr>
      </p:pic>
    </p:spTree>
    <p:extLst>
      <p:ext uri="{BB962C8B-B14F-4D97-AF65-F5344CB8AC3E}">
        <p14:creationId xmlns:p14="http://schemas.microsoft.com/office/powerpoint/2010/main" val="10006999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01AB1DB7-4245-4593-9A51-C5E98C2F85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4128" y="760913"/>
            <a:ext cx="9720073" cy="5454285"/>
          </a:xfrm>
        </p:spPr>
      </p:pic>
    </p:spTree>
    <p:extLst>
      <p:ext uri="{BB962C8B-B14F-4D97-AF65-F5344CB8AC3E}">
        <p14:creationId xmlns:p14="http://schemas.microsoft.com/office/powerpoint/2010/main" val="30671457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FCF98198-3899-410D-ABCE-FE361DB650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3659" y="682204"/>
            <a:ext cx="10517790" cy="5242606"/>
          </a:xfrm>
        </p:spPr>
      </p:pic>
    </p:spTree>
    <p:extLst>
      <p:ext uri="{BB962C8B-B14F-4D97-AF65-F5344CB8AC3E}">
        <p14:creationId xmlns:p14="http://schemas.microsoft.com/office/powerpoint/2010/main" val="37448221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F3DA6372-CD87-463F-B0B1-34A2E66BF4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4128" y="793072"/>
            <a:ext cx="10505885" cy="5509030"/>
          </a:xfrm>
        </p:spPr>
      </p:pic>
    </p:spTree>
    <p:extLst>
      <p:ext uri="{BB962C8B-B14F-4D97-AF65-F5344CB8AC3E}">
        <p14:creationId xmlns:p14="http://schemas.microsoft.com/office/powerpoint/2010/main" val="502379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Integral</vt:lpstr>
      <vt:lpstr>Checkpoint DATABASE</vt:lpstr>
      <vt:lpstr>MYSQL</vt:lpstr>
      <vt:lpstr>What is MYSQL?</vt:lpstr>
      <vt:lpstr>Advantages of Using MySQL</vt:lpstr>
      <vt:lpstr>PowerPoint Presentation</vt:lpstr>
      <vt:lpstr> POSTGRESQL?</vt:lpstr>
      <vt:lpstr>WHAT IS PostgreSQL</vt:lpstr>
      <vt:lpstr>Advantages of PostgreSQL</vt:lpstr>
      <vt:lpstr>PowerPoint Presentation</vt:lpstr>
      <vt:lpstr>SQL_SERVER</vt:lpstr>
      <vt:lpstr>What is SQL_SERVER ?</vt:lpstr>
      <vt:lpstr>Advantages of sql_server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126</cp:revision>
  <dcterms:created xsi:type="dcterms:W3CDTF">2021-03-24T14:23:16Z</dcterms:created>
  <dcterms:modified xsi:type="dcterms:W3CDTF">2021-03-24T15:07:48Z</dcterms:modified>
</cp:coreProperties>
</file>